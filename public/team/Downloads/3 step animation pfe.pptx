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F5C"/>
    <a:srgbClr val="FF00FF"/>
    <a:srgbClr val="1A2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9C3422-4B0A-4407-8EE3-1C915E409E79}" v="11" dt="2024-05-12T17:56:1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s Jlaidi" clId="Web-{E49C3422-4B0A-4407-8EE3-1C915E409E79}"/>
    <pc:docChg chg="modSld">
      <pc:chgData name="Anass Jlaidi" userId="" providerId="" clId="Web-{E49C3422-4B0A-4407-8EE3-1C915E409E79}" dt="2024-05-12T17:56:13.984" v="8" actId="14100"/>
      <pc:docMkLst>
        <pc:docMk/>
      </pc:docMkLst>
      <pc:sldChg chg="modSp">
        <pc:chgData name="Anass Jlaidi" userId="" providerId="" clId="Web-{E49C3422-4B0A-4407-8EE3-1C915E409E79}" dt="2024-05-12T17:56:13.984" v="8" actId="14100"/>
        <pc:sldMkLst>
          <pc:docMk/>
          <pc:sldMk cId="3578995004" sldId="259"/>
        </pc:sldMkLst>
        <pc:spChg chg="mod">
          <ac:chgData name="Anass Jlaidi" userId="" providerId="" clId="Web-{E49C3422-4B0A-4407-8EE3-1C915E409E79}" dt="2024-05-12T17:56:13.984" v="8" actId="14100"/>
          <ac:spMkLst>
            <pc:docMk/>
            <pc:sldMk cId="3578995004" sldId="259"/>
            <ac:spMk id="12" creationId="{76DFA5B2-BF79-F7EF-9A05-32E34B6711AC}"/>
          </ac:spMkLst>
        </pc:spChg>
      </pc:sldChg>
    </pc:docChg>
  </pc:docChgLst>
  <pc:docChgLst>
    <pc:chgData name="Ruth BESSEPOU" clId="Web-{4FEB2D38-01AA-488C-81EE-BD1189B05109}"/>
    <pc:docChg chg="modSld">
      <pc:chgData name="Ruth BESSEPOU" userId="" providerId="" clId="Web-{4FEB2D38-01AA-488C-81EE-BD1189B05109}" dt="2024-02-04T08:42:38.115" v="0" actId="1076"/>
      <pc:docMkLst>
        <pc:docMk/>
      </pc:docMkLst>
      <pc:sldChg chg="modSp">
        <pc:chgData name="Ruth BESSEPOU" userId="" providerId="" clId="Web-{4FEB2D38-01AA-488C-81EE-BD1189B05109}" dt="2024-02-04T08:42:38.115" v="0" actId="1076"/>
        <pc:sldMkLst>
          <pc:docMk/>
          <pc:sldMk cId="4219914757" sldId="257"/>
        </pc:sldMkLst>
        <pc:spChg chg="mod">
          <ac:chgData name="Ruth BESSEPOU" userId="" providerId="" clId="Web-{4FEB2D38-01AA-488C-81EE-BD1189B05109}" dt="2024-02-04T08:42:38.115" v="0" actId="1076"/>
          <ac:spMkLst>
            <pc:docMk/>
            <pc:sldMk cId="4219914757" sldId="257"/>
            <ac:spMk id="5" creationId="{132DDD0B-B91F-AF37-255E-EADCCD84250D}"/>
          </ac:spMkLst>
        </pc:spChg>
      </pc:sldChg>
    </pc:docChg>
  </pc:docChgLst>
  <pc:docChgLst>
    <pc:chgData name="Felicia Diahtantri" clId="Web-{A09CD783-8D30-4052-ABEC-E1FC346EF748}"/>
    <pc:docChg chg="modSld">
      <pc:chgData name="Felicia Diahtantri" userId="" providerId="" clId="Web-{A09CD783-8D30-4052-ABEC-E1FC346EF748}" dt="2024-01-31T02:52:02.643" v="1" actId="1076"/>
      <pc:docMkLst>
        <pc:docMk/>
      </pc:docMkLst>
      <pc:sldChg chg="modSp">
        <pc:chgData name="Felicia Diahtantri" userId="" providerId="" clId="Web-{A09CD783-8D30-4052-ABEC-E1FC346EF748}" dt="2024-01-31T02:52:02.643" v="1" actId="1076"/>
        <pc:sldMkLst>
          <pc:docMk/>
          <pc:sldMk cId="3578995004" sldId="259"/>
        </pc:sldMkLst>
        <pc:spChg chg="mod">
          <ac:chgData name="Felicia Diahtantri" userId="" providerId="" clId="Web-{A09CD783-8D30-4052-ABEC-E1FC346EF748}" dt="2024-01-31T02:52:02.643" v="1" actId="1076"/>
          <ac:spMkLst>
            <pc:docMk/>
            <pc:sldMk cId="3578995004" sldId="259"/>
            <ac:spMk id="4" creationId="{6F1A7C42-356A-A4B7-6413-B5456B2B9FAC}"/>
          </ac:spMkLst>
        </pc:spChg>
      </pc:sldChg>
    </pc:docChg>
  </pc:docChgLst>
  <pc:docChgLst>
    <pc:chgData name="Sara" clId="Web-{97972C34-C21B-45D6-8FDC-E5EC4D8A6E2E}"/>
    <pc:docChg chg="modSld">
      <pc:chgData name="Sara" userId="" providerId="" clId="Web-{97972C34-C21B-45D6-8FDC-E5EC4D8A6E2E}" dt="2024-04-27T15:07:19.763" v="146" actId="1076"/>
      <pc:docMkLst>
        <pc:docMk/>
      </pc:docMkLst>
      <pc:sldChg chg="addSp delSp modSp">
        <pc:chgData name="Sara" userId="" providerId="" clId="Web-{97972C34-C21B-45D6-8FDC-E5EC4D8A6E2E}" dt="2024-04-27T15:07:19.763" v="146" actId="1076"/>
        <pc:sldMkLst>
          <pc:docMk/>
          <pc:sldMk cId="4219914757" sldId="257"/>
        </pc:sldMkLst>
        <pc:spChg chg="mod">
          <ac:chgData name="Sara" userId="" providerId="" clId="Web-{97972C34-C21B-45D6-8FDC-E5EC4D8A6E2E}" dt="2024-04-27T14:57:52.213" v="56"/>
          <ac:spMkLst>
            <pc:docMk/>
            <pc:sldMk cId="4219914757" sldId="257"/>
            <ac:spMk id="2" creationId="{17B6DC25-C2DB-A9A1-C87C-6D04C981A5BD}"/>
          </ac:spMkLst>
        </pc:spChg>
        <pc:spChg chg="add del mod">
          <ac:chgData name="Sara" userId="" providerId="" clId="Web-{97972C34-C21B-45D6-8FDC-E5EC4D8A6E2E}" dt="2024-04-27T15:03:20.771" v="97"/>
          <ac:spMkLst>
            <pc:docMk/>
            <pc:sldMk cId="4219914757" sldId="257"/>
            <ac:spMk id="4" creationId="{25A49A18-29D6-806C-0038-4238217DE1D4}"/>
          </ac:spMkLst>
        </pc:spChg>
        <pc:spChg chg="del mod">
          <ac:chgData name="Sara" userId="" providerId="" clId="Web-{97972C34-C21B-45D6-8FDC-E5EC4D8A6E2E}" dt="2024-04-27T14:59:49.623" v="74"/>
          <ac:spMkLst>
            <pc:docMk/>
            <pc:sldMk cId="4219914757" sldId="257"/>
            <ac:spMk id="5" creationId="{132DDD0B-B91F-AF37-255E-EADCCD84250D}"/>
          </ac:spMkLst>
        </pc:spChg>
        <pc:spChg chg="add del mod">
          <ac:chgData name="Sara" userId="" providerId="" clId="Web-{97972C34-C21B-45D6-8FDC-E5EC4D8A6E2E}" dt="2024-04-27T15:04:10.163" v="113"/>
          <ac:spMkLst>
            <pc:docMk/>
            <pc:sldMk cId="4219914757" sldId="257"/>
            <ac:spMk id="6" creationId="{9892985B-DBDE-F325-638B-4DC1C0941735}"/>
          </ac:spMkLst>
        </pc:spChg>
        <pc:spChg chg="mod">
          <ac:chgData name="Sara" userId="" providerId="" clId="Web-{97972C34-C21B-45D6-8FDC-E5EC4D8A6E2E}" dt="2024-04-27T15:02:07.362" v="89"/>
          <ac:spMkLst>
            <pc:docMk/>
            <pc:sldMk cId="4219914757" sldId="257"/>
            <ac:spMk id="8" creationId="{52825032-25C2-878A-1F29-BC0FCC51936B}"/>
          </ac:spMkLst>
        </pc:spChg>
        <pc:spChg chg="mod">
          <ac:chgData name="Sara" userId="" providerId="" clId="Web-{97972C34-C21B-45D6-8FDC-E5EC4D8A6E2E}" dt="2024-04-27T15:03:26.396" v="99" actId="1076"/>
          <ac:spMkLst>
            <pc:docMk/>
            <pc:sldMk cId="4219914757" sldId="257"/>
            <ac:spMk id="9" creationId="{34DC8F83-4999-5BBD-0554-8CED11AEDDF9}"/>
          </ac:spMkLst>
        </pc:spChg>
        <pc:spChg chg="mod">
          <ac:chgData name="Sara" userId="" providerId="" clId="Web-{97972C34-C21B-45D6-8FDC-E5EC4D8A6E2E}" dt="2024-04-27T15:04:13.226" v="115"/>
          <ac:spMkLst>
            <pc:docMk/>
            <pc:sldMk cId="4219914757" sldId="257"/>
            <ac:spMk id="10" creationId="{CC496810-9771-4F1B-B0A7-6807DC1D2DC9}"/>
          </ac:spMkLst>
        </pc:spChg>
        <pc:spChg chg="mod">
          <ac:chgData name="Sara" userId="" providerId="" clId="Web-{97972C34-C21B-45D6-8FDC-E5EC4D8A6E2E}" dt="2024-04-27T15:06:51.387" v="141" actId="1076"/>
          <ac:spMkLst>
            <pc:docMk/>
            <pc:sldMk cId="4219914757" sldId="257"/>
            <ac:spMk id="12" creationId="{9EBD8C2F-22A6-F6C6-1F34-16247D9C05C2}"/>
          </ac:spMkLst>
        </pc:spChg>
        <pc:spChg chg="mod">
          <ac:chgData name="Sara" userId="" providerId="" clId="Web-{97972C34-C21B-45D6-8FDC-E5EC4D8A6E2E}" dt="2024-04-27T14:59:43.310" v="72"/>
          <ac:spMkLst>
            <pc:docMk/>
            <pc:sldMk cId="4219914757" sldId="257"/>
            <ac:spMk id="14" creationId="{A8EC343B-51D1-C5BA-51FF-17C0053F293F}"/>
          </ac:spMkLst>
        </pc:spChg>
        <pc:spChg chg="mod">
          <ac:chgData name="Sara" userId="" providerId="" clId="Web-{97972C34-C21B-45D6-8FDC-E5EC4D8A6E2E}" dt="2024-04-27T15:01:13.860" v="86" actId="20577"/>
          <ac:spMkLst>
            <pc:docMk/>
            <pc:sldMk cId="4219914757" sldId="257"/>
            <ac:spMk id="21" creationId="{CE7DB98C-57FE-7B74-AF49-E441C2408A71}"/>
          </ac:spMkLst>
        </pc:spChg>
        <pc:spChg chg="mod">
          <ac:chgData name="Sara" userId="" providerId="" clId="Web-{97972C34-C21B-45D6-8FDC-E5EC4D8A6E2E}" dt="2024-04-27T15:07:10.247" v="144" actId="1076"/>
          <ac:spMkLst>
            <pc:docMk/>
            <pc:sldMk cId="4219914757" sldId="257"/>
            <ac:spMk id="22" creationId="{E56942DB-57A2-2F72-9995-A3E37AC050C9}"/>
          </ac:spMkLst>
        </pc:spChg>
        <pc:spChg chg="mod">
          <ac:chgData name="Sara" userId="" providerId="" clId="Web-{97972C34-C21B-45D6-8FDC-E5EC4D8A6E2E}" dt="2024-04-27T14:59:43.326" v="73"/>
          <ac:spMkLst>
            <pc:docMk/>
            <pc:sldMk cId="4219914757" sldId="257"/>
            <ac:spMk id="23" creationId="{C1759EA1-E173-8BB4-F4F7-F842F3D258E1}"/>
          </ac:spMkLst>
        </pc:spChg>
        <pc:grpChg chg="mod">
          <ac:chgData name="Sara" userId="" providerId="" clId="Web-{97972C34-C21B-45D6-8FDC-E5EC4D8A6E2E}" dt="2024-04-27T15:06:37.653" v="139" actId="1076"/>
          <ac:grpSpMkLst>
            <pc:docMk/>
            <pc:sldMk cId="4219914757" sldId="257"/>
            <ac:grpSpMk id="18" creationId="{14171F8E-C658-C8E0-89D2-681AED2EA774}"/>
          </ac:grpSpMkLst>
        </pc:grpChg>
        <pc:grpChg chg="mod">
          <ac:chgData name="Sara" userId="" providerId="" clId="Web-{97972C34-C21B-45D6-8FDC-E5EC4D8A6E2E}" dt="2024-04-27T15:07:19.763" v="146" actId="1076"/>
          <ac:grpSpMkLst>
            <pc:docMk/>
            <pc:sldMk cId="4219914757" sldId="257"/>
            <ac:grpSpMk id="19" creationId="{A51E49C2-0180-6247-56B2-EE160573149C}"/>
          </ac:grpSpMkLst>
        </pc:grpChg>
        <pc:grpChg chg="mod">
          <ac:chgData name="Sara" userId="" providerId="" clId="Web-{97972C34-C21B-45D6-8FDC-E5EC4D8A6E2E}" dt="2024-04-27T15:05:46.870" v="135" actId="14100"/>
          <ac:grpSpMkLst>
            <pc:docMk/>
            <pc:sldMk cId="4219914757" sldId="257"/>
            <ac:grpSpMk id="24" creationId="{4A3EF160-FEAD-A817-A412-36EB2AE4166A}"/>
          </ac:grpSpMkLst>
        </pc:grpChg>
        <pc:grpChg chg="add del mod">
          <ac:chgData name="Sara" userId="" providerId="" clId="Web-{97972C34-C21B-45D6-8FDC-E5EC4D8A6E2E}" dt="2024-04-27T15:05:51.667" v="136" actId="14100"/>
          <ac:grpSpMkLst>
            <pc:docMk/>
            <pc:sldMk cId="4219914757" sldId="257"/>
            <ac:grpSpMk id="25" creationId="{9FAE0509-33A1-9121-8FCF-F6419B68A6C2}"/>
          </ac:grpSpMkLst>
        </pc:grpChg>
        <pc:grpChg chg="mod">
          <ac:chgData name="Sara" userId="" providerId="" clId="Web-{97972C34-C21B-45D6-8FDC-E5EC4D8A6E2E}" dt="2024-04-27T14:59:04.934" v="66" actId="14100"/>
          <ac:grpSpMkLst>
            <pc:docMk/>
            <pc:sldMk cId="4219914757" sldId="257"/>
            <ac:grpSpMk id="26" creationId="{B34F860D-69D1-4180-DBC1-D32E908BF24A}"/>
          </ac:grpSpMkLst>
        </pc:grpChg>
      </pc:sldChg>
      <pc:sldChg chg="modSp">
        <pc:chgData name="Sara" userId="" providerId="" clId="Web-{97972C34-C21B-45D6-8FDC-E5EC4D8A6E2E}" dt="2024-04-27T15:00:23.140" v="83" actId="1076"/>
        <pc:sldMkLst>
          <pc:docMk/>
          <pc:sldMk cId="3339324028" sldId="258"/>
        </pc:sldMkLst>
        <pc:spChg chg="mod">
          <ac:chgData name="Sara" userId="" providerId="" clId="Web-{97972C34-C21B-45D6-8FDC-E5EC4D8A6E2E}" dt="2024-04-27T15:00:23.140" v="83" actId="1076"/>
          <ac:spMkLst>
            <pc:docMk/>
            <pc:sldMk cId="3339324028" sldId="258"/>
            <ac:spMk id="5" creationId="{132DDD0B-B91F-AF37-255E-EADCCD84250D}"/>
          </ac:spMkLst>
        </pc:spChg>
        <pc:grpChg chg="mod">
          <ac:chgData name="Sara" userId="" providerId="" clId="Web-{97972C34-C21B-45D6-8FDC-E5EC4D8A6E2E}" dt="2024-04-27T15:00:21.905" v="82" actId="1076"/>
          <ac:grpSpMkLst>
            <pc:docMk/>
            <pc:sldMk cId="3339324028" sldId="258"/>
            <ac:grpSpMk id="24" creationId="{4A3EF160-FEAD-A817-A412-36EB2AE4166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161D-6579-4C13-7C88-C446714BD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F6BE9-FED8-9A24-4483-ABEEC19BC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F16B-ABFB-CDAE-7C2D-B4C6F89A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39D09-7312-FEF8-750E-682F4604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3F365-2A38-649D-4529-F612E187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8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FA4C-CA52-AC09-395A-36007651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0BDEC-E356-045E-7A41-14D29FD96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F27BA-0DA5-6F29-60AF-05A255A0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B80F2-5B45-740B-B11D-26B4DEAE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864FD-D3B2-CB64-301B-8CD12282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9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54DD-B133-D11A-5973-77D2FF484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CA188-50AF-93F8-50E5-99543F81D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1D81-A782-AD88-EE4A-90BCEC08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69BC9-CEE2-08D3-AB4A-21947481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0B80A-A664-00B7-1CD1-B287E20B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3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88C5-C377-9CD9-3CD8-C3650406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3C8AC-74CF-2419-9621-C9AC9E082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0A7BA-DDC9-273D-5640-8E9CD6AE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2F73-0A21-78D0-BED2-1BF86F94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BE73E-F384-9E8D-57EF-DEE914B6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3D047-B3A6-5CAF-071C-E2687C01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4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A365-C8EE-5E1F-D31A-BCA73CA5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195A-DA91-3EF9-5075-4BAE594FF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34365-57F1-7400-F095-FC102CC0B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E0436-6478-853E-D529-321C6CDBF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AF9C9-C84A-4F28-2825-BAEF48D61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6F5A3-77E9-9708-C5CB-059F827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4ED2-497A-EBC1-D181-E116980D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0ADBF-D0C7-CF20-7080-E4168683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AA45-B7FC-6EE4-706F-AEC5AE33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DBE232-703E-E33D-FEFF-0BC1DC75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6EC7D-AC4E-8AE3-D175-486C6A04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3EF0C-F41D-4190-6889-7EDEEE04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5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94E77-ADD1-F318-726C-993BECE9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80232-FE1B-23A1-0F7E-D09FE54A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68CCE-88C9-1ABE-1ABA-352BFA5B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4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1387-E4B9-37D1-6F25-7F73C3DC8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011F5-9ACE-9C46-2CD3-4A2519E6B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B73E2-7295-7B2D-067D-B70965450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B580-3CF9-BF35-FE47-2AB6FCB0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246EC-2B76-5D00-93FF-53732CC8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3946D-1A4A-6439-D3DB-A72039A2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9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8F5F-0E91-BD78-E1E4-455D64E4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990B2-FC13-93DB-2F35-5230A9C97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FB0A6-E379-81D9-7796-AE5A8DA5C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DEAD3-A481-06F6-ADB0-DBF60400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5310F-BD45-3EE3-EFEB-29C2D3F4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F0828-8EC7-1B8E-2449-FC0B77D5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4F7D-E968-1B1D-5BB4-C447A38D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65E30-C95C-8738-462D-224ACECC5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D11C2-B58A-76C4-53AB-ED94E614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B5D06-ED4A-F74C-09E2-1F690B24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8063C-0FF9-FAC6-CAD3-1BD0A83F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5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8A479-8F11-7773-34AD-DE7E9A2AA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73A48-9C1F-0A89-2BC1-6FFAFD230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19DDA-E789-0E14-DFAF-144F2FC4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DB47-623A-95DA-27DF-2716991F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C480E-118F-585C-902A-669AB342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2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650DA-F7B7-ABDE-0DC6-8DE014D9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60F4F-AC74-4855-7AA7-146333395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E299-6F9A-15B5-67AF-B83C7A9FA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5357F-98EB-4F8E-A829-8775F4FD1564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D9E31-F6F1-CE1B-1E3A-36EF45EFD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9A3-494C-93F4-15A0-67893FB51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912DE-471A-4419-BC54-1A865200036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5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D2B80F-92C8-F22F-AD52-EEBA23D24DEC}"/>
              </a:ext>
            </a:extLst>
          </p:cNvPr>
          <p:cNvSpPr/>
          <p:nvPr/>
        </p:nvSpPr>
        <p:spPr>
          <a:xfrm>
            <a:off x="2902860" y="833437"/>
            <a:ext cx="203197" cy="16485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6DB50D-A9BF-CB51-845F-56F19BBB4EDB}"/>
              </a:ext>
            </a:extLst>
          </p:cNvPr>
          <p:cNvSpPr/>
          <p:nvPr/>
        </p:nvSpPr>
        <p:spPr>
          <a:xfrm>
            <a:off x="2902860" y="2727554"/>
            <a:ext cx="203197" cy="16485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DFA4FF-5C25-A2BC-5EE6-8A9740EF14F1}"/>
              </a:ext>
            </a:extLst>
          </p:cNvPr>
          <p:cNvSpPr/>
          <p:nvPr/>
        </p:nvSpPr>
        <p:spPr>
          <a:xfrm>
            <a:off x="2902860" y="4586402"/>
            <a:ext cx="203197" cy="16485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171F8E-C658-C8E0-89D2-681AED2EA774}"/>
              </a:ext>
            </a:extLst>
          </p:cNvPr>
          <p:cNvGrpSpPr/>
          <p:nvPr/>
        </p:nvGrpSpPr>
        <p:grpSpPr>
          <a:xfrm>
            <a:off x="2471129" y="1204821"/>
            <a:ext cx="6096000" cy="1029147"/>
            <a:chOff x="2859318" y="1219199"/>
            <a:chExt cx="6096000" cy="885374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52825032-25C2-878A-1F29-BC0FCC51936B}"/>
                </a:ext>
              </a:extLst>
            </p:cNvPr>
            <p:cNvSpPr/>
            <p:nvPr/>
          </p:nvSpPr>
          <p:spPr>
            <a:xfrm rot="5400000">
              <a:off x="5464631" y="-1386114"/>
              <a:ext cx="885374" cy="6096000"/>
            </a:xfrm>
            <a:prstGeom prst="round2SameRect">
              <a:avLst>
                <a:gd name="adj1" fmla="val 48010"/>
                <a:gd name="adj2" fmla="val 0"/>
              </a:avLst>
            </a:prstGeom>
            <a:solidFill>
              <a:srgbClr val="F1FF5C">
                <a:alpha val="6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DC8F83-4999-5BBD-0554-8CED11AEDDF9}"/>
                </a:ext>
              </a:extLst>
            </p:cNvPr>
            <p:cNvSpPr txBox="1"/>
            <p:nvPr/>
          </p:nvSpPr>
          <p:spPr>
            <a:xfrm>
              <a:off x="3091680" y="1473559"/>
              <a:ext cx="5239656" cy="344214"/>
            </a:xfrm>
            <a:prstGeom prst="rect">
              <a:avLst/>
            </a:prstGeom>
            <a:solidFill>
              <a:srgbClr val="F1FF5C">
                <a:alpha val="61000"/>
              </a:srgb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ea typeface="+mn-lt"/>
                  <a:cs typeface="+mn-lt"/>
                </a:rPr>
                <a:t>means simply the contact between teeth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1E49C2-0180-6247-56B2-EE160573149C}"/>
              </a:ext>
            </a:extLst>
          </p:cNvPr>
          <p:cNvGrpSpPr/>
          <p:nvPr/>
        </p:nvGrpSpPr>
        <p:grpSpPr>
          <a:xfrm>
            <a:off x="2902450" y="3113317"/>
            <a:ext cx="6096000" cy="885374"/>
            <a:chOff x="2859318" y="3084562"/>
            <a:chExt cx="6096000" cy="885374"/>
          </a:xfrm>
        </p:grpSpPr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9EBD8C2F-22A6-F6C6-1F34-16247D9C05C2}"/>
                </a:ext>
              </a:extLst>
            </p:cNvPr>
            <p:cNvSpPr/>
            <p:nvPr/>
          </p:nvSpPr>
          <p:spPr>
            <a:xfrm rot="5400000">
              <a:off x="5464631" y="479249"/>
              <a:ext cx="885374" cy="6096000"/>
            </a:xfrm>
            <a:prstGeom prst="round2SameRect">
              <a:avLst>
                <a:gd name="adj1" fmla="val 48010"/>
                <a:gd name="adj2" fmla="val 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B118FE-E79D-DE93-B164-428870B2426E}"/>
                </a:ext>
              </a:extLst>
            </p:cNvPr>
            <p:cNvSpPr txBox="1"/>
            <p:nvPr/>
          </p:nvSpPr>
          <p:spPr>
            <a:xfrm>
              <a:off x="3106057" y="3256357"/>
              <a:ext cx="52396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A9F3E7-9FB0-0720-D01D-CA641DCBAEF4}"/>
              </a:ext>
            </a:extLst>
          </p:cNvPr>
          <p:cNvGrpSpPr/>
          <p:nvPr/>
        </p:nvGrpSpPr>
        <p:grpSpPr>
          <a:xfrm>
            <a:off x="2859318" y="4972164"/>
            <a:ext cx="6096000" cy="885374"/>
            <a:chOff x="2859318" y="4972164"/>
            <a:chExt cx="6096000" cy="885374"/>
          </a:xfrm>
        </p:grpSpPr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8241A07A-E8FA-9D04-0082-400A82510762}"/>
                </a:ext>
              </a:extLst>
            </p:cNvPr>
            <p:cNvSpPr/>
            <p:nvPr/>
          </p:nvSpPr>
          <p:spPr>
            <a:xfrm rot="5400000">
              <a:off x="5464631" y="2366851"/>
              <a:ext cx="885374" cy="6096000"/>
            </a:xfrm>
            <a:prstGeom prst="round2SameRect">
              <a:avLst>
                <a:gd name="adj1" fmla="val 48010"/>
                <a:gd name="adj2" fmla="val 0"/>
              </a:avLst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285B30-78F3-C40B-203B-4691F71F989D}"/>
                </a:ext>
              </a:extLst>
            </p:cNvPr>
            <p:cNvSpPr txBox="1"/>
            <p:nvPr/>
          </p:nvSpPr>
          <p:spPr>
            <a:xfrm>
              <a:off x="3106057" y="5115205"/>
              <a:ext cx="52396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EF160-FEAD-A817-A412-36EB2AE4166A}"/>
              </a:ext>
            </a:extLst>
          </p:cNvPr>
          <p:cNvGrpSpPr/>
          <p:nvPr/>
        </p:nvGrpSpPr>
        <p:grpSpPr>
          <a:xfrm>
            <a:off x="1090832" y="958078"/>
            <a:ext cx="1625122" cy="1505199"/>
            <a:chOff x="1709058" y="972456"/>
            <a:chExt cx="1193802" cy="1364343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17B6DC25-C2DB-A9A1-C87C-6D04C981A5BD}"/>
                </a:ext>
              </a:extLst>
            </p:cNvPr>
            <p:cNvSpPr/>
            <p:nvPr/>
          </p:nvSpPr>
          <p:spPr>
            <a:xfrm rot="16200000">
              <a:off x="1623787" y="1057727"/>
              <a:ext cx="1364343" cy="1193802"/>
            </a:xfrm>
            <a:custGeom>
              <a:avLst/>
              <a:gdLst>
                <a:gd name="connsiteX0" fmla="*/ 1190172 w 1190172"/>
                <a:gd name="connsiteY0" fmla="*/ 198366 h 1193802"/>
                <a:gd name="connsiteX1" fmla="*/ 1190172 w 1190172"/>
                <a:gd name="connsiteY1" fmla="*/ 1193802 h 1193802"/>
                <a:gd name="connsiteX2" fmla="*/ 1023258 w 1190172"/>
                <a:gd name="connsiteY2" fmla="*/ 1193802 h 1193802"/>
                <a:gd name="connsiteX3" fmla="*/ 1023258 w 1190172"/>
                <a:gd name="connsiteY3" fmla="*/ 1074062 h 1193802"/>
                <a:gd name="connsiteX4" fmla="*/ 963385 w 1190172"/>
                <a:gd name="connsiteY4" fmla="*/ 1014189 h 1193802"/>
                <a:gd name="connsiteX5" fmla="*/ 226788 w 1190172"/>
                <a:gd name="connsiteY5" fmla="*/ 1014189 h 1193802"/>
                <a:gd name="connsiteX6" fmla="*/ 166915 w 1190172"/>
                <a:gd name="connsiteY6" fmla="*/ 1074062 h 1193802"/>
                <a:gd name="connsiteX7" fmla="*/ 166915 w 1190172"/>
                <a:gd name="connsiteY7" fmla="*/ 1193802 h 1193802"/>
                <a:gd name="connsiteX8" fmla="*/ 0 w 1190172"/>
                <a:gd name="connsiteY8" fmla="*/ 1193802 h 1193802"/>
                <a:gd name="connsiteX9" fmla="*/ 0 w 1190172"/>
                <a:gd name="connsiteY9" fmla="*/ 198366 h 1193802"/>
                <a:gd name="connsiteX10" fmla="*/ 198366 w 1190172"/>
                <a:gd name="connsiteY10" fmla="*/ 0 h 1193802"/>
                <a:gd name="connsiteX11" fmla="*/ 991806 w 1190172"/>
                <a:gd name="connsiteY11" fmla="*/ 0 h 1193802"/>
                <a:gd name="connsiteX12" fmla="*/ 1190172 w 1190172"/>
                <a:gd name="connsiteY12" fmla="*/ 198366 h 119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172" h="1193802">
                  <a:moveTo>
                    <a:pt x="1190172" y="198366"/>
                  </a:moveTo>
                  <a:lnTo>
                    <a:pt x="1190172" y="1193802"/>
                  </a:lnTo>
                  <a:lnTo>
                    <a:pt x="1023258" y="1193802"/>
                  </a:lnTo>
                  <a:lnTo>
                    <a:pt x="1023258" y="1074062"/>
                  </a:lnTo>
                  <a:cubicBezTo>
                    <a:pt x="1023258" y="1040995"/>
                    <a:pt x="996452" y="1014189"/>
                    <a:pt x="963385" y="1014189"/>
                  </a:cubicBezTo>
                  <a:lnTo>
                    <a:pt x="226788" y="1014189"/>
                  </a:lnTo>
                  <a:cubicBezTo>
                    <a:pt x="193721" y="1014189"/>
                    <a:pt x="166915" y="1040995"/>
                    <a:pt x="166915" y="1074062"/>
                  </a:cubicBezTo>
                  <a:lnTo>
                    <a:pt x="166915" y="1193802"/>
                  </a:lnTo>
                  <a:lnTo>
                    <a:pt x="0" y="1193802"/>
                  </a:lnTo>
                  <a:lnTo>
                    <a:pt x="0" y="198366"/>
                  </a:lnTo>
                  <a:cubicBezTo>
                    <a:pt x="0" y="88811"/>
                    <a:pt x="88811" y="0"/>
                    <a:pt x="198366" y="0"/>
                  </a:cubicBezTo>
                  <a:lnTo>
                    <a:pt x="991806" y="0"/>
                  </a:lnTo>
                  <a:cubicBezTo>
                    <a:pt x="1101361" y="0"/>
                    <a:pt x="1190172" y="88811"/>
                    <a:pt x="1190172" y="198366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7DB98C-57FE-7B74-AF49-E441C2408A71}"/>
                </a:ext>
              </a:extLst>
            </p:cNvPr>
            <p:cNvSpPr txBox="1"/>
            <p:nvPr/>
          </p:nvSpPr>
          <p:spPr>
            <a:xfrm>
              <a:off x="1709202" y="1086252"/>
              <a:ext cx="1032824" cy="97658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dirty="0">
                  <a:ea typeface="+mn-lt"/>
                  <a:cs typeface="+mn-lt"/>
                </a:rPr>
                <a:t>Occlusion in a dental context</a:t>
              </a:r>
              <a:endParaRPr lang="en-US" sz="2000">
                <a:ea typeface="Calibri"/>
                <a:cs typeface="Calibri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AE0509-33A1-9121-8FCF-F6419B68A6C2}"/>
              </a:ext>
            </a:extLst>
          </p:cNvPr>
          <p:cNvGrpSpPr/>
          <p:nvPr/>
        </p:nvGrpSpPr>
        <p:grpSpPr>
          <a:xfrm>
            <a:off x="1090833" y="2722800"/>
            <a:ext cx="1625205" cy="1508116"/>
            <a:chOff x="1709058" y="2866573"/>
            <a:chExt cx="1193866" cy="136434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96810-9771-4F1B-B0A7-6807DC1D2DC9}"/>
                </a:ext>
              </a:extLst>
            </p:cNvPr>
            <p:cNvSpPr/>
            <p:nvPr/>
          </p:nvSpPr>
          <p:spPr>
            <a:xfrm rot="16200000">
              <a:off x="1623787" y="2951844"/>
              <a:ext cx="1364343" cy="1193802"/>
            </a:xfrm>
            <a:custGeom>
              <a:avLst/>
              <a:gdLst>
                <a:gd name="connsiteX0" fmla="*/ 1190172 w 1190172"/>
                <a:gd name="connsiteY0" fmla="*/ 198366 h 1193802"/>
                <a:gd name="connsiteX1" fmla="*/ 1190172 w 1190172"/>
                <a:gd name="connsiteY1" fmla="*/ 1193802 h 1193802"/>
                <a:gd name="connsiteX2" fmla="*/ 1023258 w 1190172"/>
                <a:gd name="connsiteY2" fmla="*/ 1193802 h 1193802"/>
                <a:gd name="connsiteX3" fmla="*/ 1023258 w 1190172"/>
                <a:gd name="connsiteY3" fmla="*/ 1074062 h 1193802"/>
                <a:gd name="connsiteX4" fmla="*/ 963385 w 1190172"/>
                <a:gd name="connsiteY4" fmla="*/ 1014189 h 1193802"/>
                <a:gd name="connsiteX5" fmla="*/ 226788 w 1190172"/>
                <a:gd name="connsiteY5" fmla="*/ 1014189 h 1193802"/>
                <a:gd name="connsiteX6" fmla="*/ 166915 w 1190172"/>
                <a:gd name="connsiteY6" fmla="*/ 1074062 h 1193802"/>
                <a:gd name="connsiteX7" fmla="*/ 166915 w 1190172"/>
                <a:gd name="connsiteY7" fmla="*/ 1193802 h 1193802"/>
                <a:gd name="connsiteX8" fmla="*/ 0 w 1190172"/>
                <a:gd name="connsiteY8" fmla="*/ 1193802 h 1193802"/>
                <a:gd name="connsiteX9" fmla="*/ 0 w 1190172"/>
                <a:gd name="connsiteY9" fmla="*/ 198366 h 1193802"/>
                <a:gd name="connsiteX10" fmla="*/ 198366 w 1190172"/>
                <a:gd name="connsiteY10" fmla="*/ 0 h 1193802"/>
                <a:gd name="connsiteX11" fmla="*/ 991806 w 1190172"/>
                <a:gd name="connsiteY11" fmla="*/ 0 h 1193802"/>
                <a:gd name="connsiteX12" fmla="*/ 1190172 w 1190172"/>
                <a:gd name="connsiteY12" fmla="*/ 198366 h 119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172" h="1193802">
                  <a:moveTo>
                    <a:pt x="1190172" y="198366"/>
                  </a:moveTo>
                  <a:lnTo>
                    <a:pt x="1190172" y="1193802"/>
                  </a:lnTo>
                  <a:lnTo>
                    <a:pt x="1023258" y="1193802"/>
                  </a:lnTo>
                  <a:lnTo>
                    <a:pt x="1023258" y="1074062"/>
                  </a:lnTo>
                  <a:cubicBezTo>
                    <a:pt x="1023258" y="1040995"/>
                    <a:pt x="996452" y="1014189"/>
                    <a:pt x="963385" y="1014189"/>
                  </a:cubicBezTo>
                  <a:lnTo>
                    <a:pt x="226788" y="1014189"/>
                  </a:lnTo>
                  <a:cubicBezTo>
                    <a:pt x="193721" y="1014189"/>
                    <a:pt x="166915" y="1040995"/>
                    <a:pt x="166915" y="1074062"/>
                  </a:cubicBezTo>
                  <a:lnTo>
                    <a:pt x="166915" y="1193802"/>
                  </a:lnTo>
                  <a:lnTo>
                    <a:pt x="0" y="1193802"/>
                  </a:lnTo>
                  <a:lnTo>
                    <a:pt x="0" y="198366"/>
                  </a:lnTo>
                  <a:cubicBezTo>
                    <a:pt x="0" y="88811"/>
                    <a:pt x="88811" y="0"/>
                    <a:pt x="198366" y="0"/>
                  </a:cubicBezTo>
                  <a:lnTo>
                    <a:pt x="991806" y="0"/>
                  </a:lnTo>
                  <a:cubicBezTo>
                    <a:pt x="1101361" y="0"/>
                    <a:pt x="1190172" y="88811"/>
                    <a:pt x="1190172" y="198366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6942DB-57A2-2F72-9995-A3E37AC050C9}"/>
                </a:ext>
              </a:extLst>
            </p:cNvPr>
            <p:cNvSpPr txBox="1"/>
            <p:nvPr/>
          </p:nvSpPr>
          <p:spPr>
            <a:xfrm>
              <a:off x="1715438" y="3002006"/>
              <a:ext cx="1187486" cy="3654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dirty="0">
                  <a:ea typeface="+mn-lt"/>
                  <a:cs typeface="+mn-lt"/>
                </a:rPr>
                <a:t>technically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4F860D-69D1-4180-DBC1-D32E908BF24A}"/>
              </a:ext>
            </a:extLst>
          </p:cNvPr>
          <p:cNvGrpSpPr/>
          <p:nvPr/>
        </p:nvGrpSpPr>
        <p:grpSpPr>
          <a:xfrm>
            <a:off x="1378379" y="4596025"/>
            <a:ext cx="1481349" cy="1493739"/>
            <a:chOff x="1709058" y="4725421"/>
            <a:chExt cx="1193802" cy="136434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EC343B-51D1-C5BA-51FF-17C0053F293F}"/>
                </a:ext>
              </a:extLst>
            </p:cNvPr>
            <p:cNvSpPr/>
            <p:nvPr/>
          </p:nvSpPr>
          <p:spPr>
            <a:xfrm rot="16200000">
              <a:off x="1623787" y="4810692"/>
              <a:ext cx="1364343" cy="1193802"/>
            </a:xfrm>
            <a:custGeom>
              <a:avLst/>
              <a:gdLst>
                <a:gd name="connsiteX0" fmla="*/ 1190172 w 1190172"/>
                <a:gd name="connsiteY0" fmla="*/ 198366 h 1193802"/>
                <a:gd name="connsiteX1" fmla="*/ 1190172 w 1190172"/>
                <a:gd name="connsiteY1" fmla="*/ 1193802 h 1193802"/>
                <a:gd name="connsiteX2" fmla="*/ 1023258 w 1190172"/>
                <a:gd name="connsiteY2" fmla="*/ 1193802 h 1193802"/>
                <a:gd name="connsiteX3" fmla="*/ 1023258 w 1190172"/>
                <a:gd name="connsiteY3" fmla="*/ 1074062 h 1193802"/>
                <a:gd name="connsiteX4" fmla="*/ 963385 w 1190172"/>
                <a:gd name="connsiteY4" fmla="*/ 1014189 h 1193802"/>
                <a:gd name="connsiteX5" fmla="*/ 226788 w 1190172"/>
                <a:gd name="connsiteY5" fmla="*/ 1014189 h 1193802"/>
                <a:gd name="connsiteX6" fmla="*/ 166915 w 1190172"/>
                <a:gd name="connsiteY6" fmla="*/ 1074062 h 1193802"/>
                <a:gd name="connsiteX7" fmla="*/ 166915 w 1190172"/>
                <a:gd name="connsiteY7" fmla="*/ 1193802 h 1193802"/>
                <a:gd name="connsiteX8" fmla="*/ 0 w 1190172"/>
                <a:gd name="connsiteY8" fmla="*/ 1193802 h 1193802"/>
                <a:gd name="connsiteX9" fmla="*/ 0 w 1190172"/>
                <a:gd name="connsiteY9" fmla="*/ 198366 h 1193802"/>
                <a:gd name="connsiteX10" fmla="*/ 198366 w 1190172"/>
                <a:gd name="connsiteY10" fmla="*/ 0 h 1193802"/>
                <a:gd name="connsiteX11" fmla="*/ 991806 w 1190172"/>
                <a:gd name="connsiteY11" fmla="*/ 0 h 1193802"/>
                <a:gd name="connsiteX12" fmla="*/ 1190172 w 1190172"/>
                <a:gd name="connsiteY12" fmla="*/ 198366 h 119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172" h="1193802">
                  <a:moveTo>
                    <a:pt x="1190172" y="198366"/>
                  </a:moveTo>
                  <a:lnTo>
                    <a:pt x="1190172" y="1193802"/>
                  </a:lnTo>
                  <a:lnTo>
                    <a:pt x="1023258" y="1193802"/>
                  </a:lnTo>
                  <a:lnTo>
                    <a:pt x="1023258" y="1074062"/>
                  </a:lnTo>
                  <a:cubicBezTo>
                    <a:pt x="1023258" y="1040995"/>
                    <a:pt x="996452" y="1014189"/>
                    <a:pt x="963385" y="1014189"/>
                  </a:cubicBezTo>
                  <a:lnTo>
                    <a:pt x="226788" y="1014189"/>
                  </a:lnTo>
                  <a:cubicBezTo>
                    <a:pt x="193721" y="1014189"/>
                    <a:pt x="166915" y="1040995"/>
                    <a:pt x="166915" y="1074062"/>
                  </a:cubicBezTo>
                  <a:lnTo>
                    <a:pt x="166915" y="1193802"/>
                  </a:lnTo>
                  <a:lnTo>
                    <a:pt x="0" y="1193802"/>
                  </a:lnTo>
                  <a:lnTo>
                    <a:pt x="0" y="198366"/>
                  </a:lnTo>
                  <a:cubicBezTo>
                    <a:pt x="0" y="88811"/>
                    <a:pt x="88811" y="0"/>
                    <a:pt x="198366" y="0"/>
                  </a:cubicBezTo>
                  <a:lnTo>
                    <a:pt x="991806" y="0"/>
                  </a:lnTo>
                  <a:cubicBezTo>
                    <a:pt x="1101361" y="0"/>
                    <a:pt x="1190172" y="88811"/>
                    <a:pt x="1190172" y="198366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759EA1-E173-8BB4-F4F7-F842F3D258E1}"/>
                </a:ext>
              </a:extLst>
            </p:cNvPr>
            <p:cNvSpPr txBox="1"/>
            <p:nvPr/>
          </p:nvSpPr>
          <p:spPr>
            <a:xfrm>
              <a:off x="1809842" y="4867971"/>
              <a:ext cx="687769" cy="110799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endParaRPr lang="en-US" sz="6600" dirty="0">
                <a:solidFill>
                  <a:srgbClr val="FF00FF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991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DD0B-B91F-AF37-255E-EADCCD84250D}"/>
              </a:ext>
            </a:extLst>
          </p:cNvPr>
          <p:cNvSpPr/>
          <p:nvPr/>
        </p:nvSpPr>
        <p:spPr>
          <a:xfrm>
            <a:off x="1052286" y="447675"/>
            <a:ext cx="10087428" cy="5962650"/>
          </a:xfrm>
          <a:prstGeom prst="rect">
            <a:avLst/>
          </a:prstGeom>
          <a:solidFill>
            <a:srgbClr val="1A2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75094254-7BBD-37E5-9793-AE9A78AA817A}"/>
              </a:ext>
            </a:extLst>
          </p:cNvPr>
          <p:cNvSpPr/>
          <p:nvPr/>
        </p:nvSpPr>
        <p:spPr>
          <a:xfrm rot="16200000">
            <a:off x="1710873" y="970642"/>
            <a:ext cx="1190172" cy="11938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8D0CA3ED-5705-062B-5D51-23C5FE9B77FD}"/>
              </a:ext>
            </a:extLst>
          </p:cNvPr>
          <p:cNvSpPr/>
          <p:nvPr/>
        </p:nvSpPr>
        <p:spPr>
          <a:xfrm rot="16200000">
            <a:off x="2474689" y="1387929"/>
            <a:ext cx="856343" cy="359228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4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DD0B-B91F-AF37-255E-EADCCD84250D}"/>
              </a:ext>
            </a:extLst>
          </p:cNvPr>
          <p:cNvSpPr/>
          <p:nvPr/>
        </p:nvSpPr>
        <p:spPr>
          <a:xfrm>
            <a:off x="225083" y="196948"/>
            <a:ext cx="11732455" cy="6471138"/>
          </a:xfrm>
          <a:prstGeom prst="rect">
            <a:avLst/>
          </a:prstGeom>
          <a:solidFill>
            <a:srgbClr val="1A2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D2B80F-92C8-F22F-AD52-EEBA23D24DEC}"/>
              </a:ext>
            </a:extLst>
          </p:cNvPr>
          <p:cNvSpPr/>
          <p:nvPr/>
        </p:nvSpPr>
        <p:spPr>
          <a:xfrm>
            <a:off x="2902860" y="833437"/>
            <a:ext cx="203197" cy="16485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6DB50D-A9BF-CB51-845F-56F19BBB4EDB}"/>
              </a:ext>
            </a:extLst>
          </p:cNvPr>
          <p:cNvSpPr/>
          <p:nvPr/>
        </p:nvSpPr>
        <p:spPr>
          <a:xfrm>
            <a:off x="2902860" y="2727554"/>
            <a:ext cx="203197" cy="16485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DFA4FF-5C25-A2BC-5EE6-8A9740EF14F1}"/>
              </a:ext>
            </a:extLst>
          </p:cNvPr>
          <p:cNvSpPr/>
          <p:nvPr/>
        </p:nvSpPr>
        <p:spPr>
          <a:xfrm>
            <a:off x="2902860" y="4586402"/>
            <a:ext cx="203197" cy="16485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171F8E-C658-C8E0-89D2-681AED2EA774}"/>
              </a:ext>
            </a:extLst>
          </p:cNvPr>
          <p:cNvGrpSpPr/>
          <p:nvPr/>
        </p:nvGrpSpPr>
        <p:grpSpPr>
          <a:xfrm>
            <a:off x="2859318" y="1219199"/>
            <a:ext cx="6096000" cy="885374"/>
            <a:chOff x="2859318" y="1219199"/>
            <a:chExt cx="6096000" cy="885374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52825032-25C2-878A-1F29-BC0FCC51936B}"/>
                </a:ext>
              </a:extLst>
            </p:cNvPr>
            <p:cNvSpPr/>
            <p:nvPr/>
          </p:nvSpPr>
          <p:spPr>
            <a:xfrm rot="5400000">
              <a:off x="5464631" y="-1386114"/>
              <a:ext cx="885374" cy="6096000"/>
            </a:xfrm>
            <a:prstGeom prst="round2SameRect">
              <a:avLst>
                <a:gd name="adj1" fmla="val 48010"/>
                <a:gd name="adj2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DC8F83-4999-5BBD-0554-8CED11AEDDF9}"/>
                </a:ext>
              </a:extLst>
            </p:cNvPr>
            <p:cNvSpPr txBox="1"/>
            <p:nvPr/>
          </p:nvSpPr>
          <p:spPr>
            <a:xfrm>
              <a:off x="3106057" y="1362240"/>
              <a:ext cx="52396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1E49C2-0180-6247-56B2-EE160573149C}"/>
              </a:ext>
            </a:extLst>
          </p:cNvPr>
          <p:cNvGrpSpPr/>
          <p:nvPr/>
        </p:nvGrpSpPr>
        <p:grpSpPr>
          <a:xfrm>
            <a:off x="2859318" y="3113316"/>
            <a:ext cx="6096000" cy="885374"/>
            <a:chOff x="2859318" y="3113316"/>
            <a:chExt cx="6096000" cy="885374"/>
          </a:xfrm>
        </p:grpSpPr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9EBD8C2F-22A6-F6C6-1F34-16247D9C05C2}"/>
                </a:ext>
              </a:extLst>
            </p:cNvPr>
            <p:cNvSpPr/>
            <p:nvPr/>
          </p:nvSpPr>
          <p:spPr>
            <a:xfrm rot="5400000">
              <a:off x="5464631" y="508003"/>
              <a:ext cx="885374" cy="6096000"/>
            </a:xfrm>
            <a:prstGeom prst="round2SameRect">
              <a:avLst>
                <a:gd name="adj1" fmla="val 48010"/>
                <a:gd name="adj2" fmla="val 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B118FE-E79D-DE93-B164-428870B2426E}"/>
                </a:ext>
              </a:extLst>
            </p:cNvPr>
            <p:cNvSpPr txBox="1"/>
            <p:nvPr/>
          </p:nvSpPr>
          <p:spPr>
            <a:xfrm>
              <a:off x="3106057" y="3256357"/>
              <a:ext cx="52396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Lorem ipsum dolor sit amet, consectetuer adipiscing elit. Maecenas porttitor congue massa. </a:t>
              </a:r>
            </a:p>
          </p:txBody>
        </p:sp>
      </p:grp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8241A07A-E8FA-9D04-0082-400A82510762}"/>
              </a:ext>
            </a:extLst>
          </p:cNvPr>
          <p:cNvSpPr/>
          <p:nvPr/>
        </p:nvSpPr>
        <p:spPr>
          <a:xfrm rot="5400000">
            <a:off x="3871907" y="3951811"/>
            <a:ext cx="885374" cy="2926080"/>
          </a:xfrm>
          <a:prstGeom prst="round2SameRect">
            <a:avLst>
              <a:gd name="adj1" fmla="val 48010"/>
              <a:gd name="adj2" fmla="val 0"/>
            </a:avLst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EF160-FEAD-A817-A412-36EB2AE4166A}"/>
              </a:ext>
            </a:extLst>
          </p:cNvPr>
          <p:cNvGrpSpPr/>
          <p:nvPr/>
        </p:nvGrpSpPr>
        <p:grpSpPr>
          <a:xfrm>
            <a:off x="1709058" y="972456"/>
            <a:ext cx="1193802" cy="1364343"/>
            <a:chOff x="1709058" y="972456"/>
            <a:chExt cx="1193802" cy="1364343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17B6DC25-C2DB-A9A1-C87C-6D04C981A5BD}"/>
                </a:ext>
              </a:extLst>
            </p:cNvPr>
            <p:cNvSpPr/>
            <p:nvPr/>
          </p:nvSpPr>
          <p:spPr>
            <a:xfrm rot="16200000">
              <a:off x="1623787" y="1057727"/>
              <a:ext cx="1364343" cy="1193802"/>
            </a:xfrm>
            <a:custGeom>
              <a:avLst/>
              <a:gdLst>
                <a:gd name="connsiteX0" fmla="*/ 1190172 w 1190172"/>
                <a:gd name="connsiteY0" fmla="*/ 198366 h 1193802"/>
                <a:gd name="connsiteX1" fmla="*/ 1190172 w 1190172"/>
                <a:gd name="connsiteY1" fmla="*/ 1193802 h 1193802"/>
                <a:gd name="connsiteX2" fmla="*/ 1023258 w 1190172"/>
                <a:gd name="connsiteY2" fmla="*/ 1193802 h 1193802"/>
                <a:gd name="connsiteX3" fmla="*/ 1023258 w 1190172"/>
                <a:gd name="connsiteY3" fmla="*/ 1074062 h 1193802"/>
                <a:gd name="connsiteX4" fmla="*/ 963385 w 1190172"/>
                <a:gd name="connsiteY4" fmla="*/ 1014189 h 1193802"/>
                <a:gd name="connsiteX5" fmla="*/ 226788 w 1190172"/>
                <a:gd name="connsiteY5" fmla="*/ 1014189 h 1193802"/>
                <a:gd name="connsiteX6" fmla="*/ 166915 w 1190172"/>
                <a:gd name="connsiteY6" fmla="*/ 1074062 h 1193802"/>
                <a:gd name="connsiteX7" fmla="*/ 166915 w 1190172"/>
                <a:gd name="connsiteY7" fmla="*/ 1193802 h 1193802"/>
                <a:gd name="connsiteX8" fmla="*/ 0 w 1190172"/>
                <a:gd name="connsiteY8" fmla="*/ 1193802 h 1193802"/>
                <a:gd name="connsiteX9" fmla="*/ 0 w 1190172"/>
                <a:gd name="connsiteY9" fmla="*/ 198366 h 1193802"/>
                <a:gd name="connsiteX10" fmla="*/ 198366 w 1190172"/>
                <a:gd name="connsiteY10" fmla="*/ 0 h 1193802"/>
                <a:gd name="connsiteX11" fmla="*/ 991806 w 1190172"/>
                <a:gd name="connsiteY11" fmla="*/ 0 h 1193802"/>
                <a:gd name="connsiteX12" fmla="*/ 1190172 w 1190172"/>
                <a:gd name="connsiteY12" fmla="*/ 198366 h 119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172" h="1193802">
                  <a:moveTo>
                    <a:pt x="1190172" y="198366"/>
                  </a:moveTo>
                  <a:lnTo>
                    <a:pt x="1190172" y="1193802"/>
                  </a:lnTo>
                  <a:lnTo>
                    <a:pt x="1023258" y="1193802"/>
                  </a:lnTo>
                  <a:lnTo>
                    <a:pt x="1023258" y="1074062"/>
                  </a:lnTo>
                  <a:cubicBezTo>
                    <a:pt x="1023258" y="1040995"/>
                    <a:pt x="996452" y="1014189"/>
                    <a:pt x="963385" y="1014189"/>
                  </a:cubicBezTo>
                  <a:lnTo>
                    <a:pt x="226788" y="1014189"/>
                  </a:lnTo>
                  <a:cubicBezTo>
                    <a:pt x="193721" y="1014189"/>
                    <a:pt x="166915" y="1040995"/>
                    <a:pt x="166915" y="1074062"/>
                  </a:cubicBezTo>
                  <a:lnTo>
                    <a:pt x="166915" y="1193802"/>
                  </a:lnTo>
                  <a:lnTo>
                    <a:pt x="0" y="1193802"/>
                  </a:lnTo>
                  <a:lnTo>
                    <a:pt x="0" y="198366"/>
                  </a:lnTo>
                  <a:cubicBezTo>
                    <a:pt x="0" y="88811"/>
                    <a:pt x="88811" y="0"/>
                    <a:pt x="198366" y="0"/>
                  </a:cubicBezTo>
                  <a:lnTo>
                    <a:pt x="991806" y="0"/>
                  </a:lnTo>
                  <a:cubicBezTo>
                    <a:pt x="1101361" y="0"/>
                    <a:pt x="1190172" y="88811"/>
                    <a:pt x="1190172" y="19836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7DB98C-57FE-7B74-AF49-E441C2408A71}"/>
                </a:ext>
              </a:extLst>
            </p:cNvPr>
            <p:cNvSpPr txBox="1"/>
            <p:nvPr/>
          </p:nvSpPr>
          <p:spPr>
            <a:xfrm>
              <a:off x="1737956" y="1100629"/>
              <a:ext cx="7596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dirty="0">
                  <a:solidFill>
                    <a:srgbClr val="92D050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AE0509-33A1-9121-8FCF-F6419B68A6C2}"/>
              </a:ext>
            </a:extLst>
          </p:cNvPr>
          <p:cNvGrpSpPr/>
          <p:nvPr/>
        </p:nvGrpSpPr>
        <p:grpSpPr>
          <a:xfrm>
            <a:off x="1709058" y="2866573"/>
            <a:ext cx="1193802" cy="1364343"/>
            <a:chOff x="1709058" y="2866573"/>
            <a:chExt cx="1193802" cy="136434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96810-9771-4F1B-B0A7-6807DC1D2DC9}"/>
                </a:ext>
              </a:extLst>
            </p:cNvPr>
            <p:cNvSpPr/>
            <p:nvPr/>
          </p:nvSpPr>
          <p:spPr>
            <a:xfrm rot="16200000">
              <a:off x="1623787" y="2951844"/>
              <a:ext cx="1364343" cy="1193802"/>
            </a:xfrm>
            <a:custGeom>
              <a:avLst/>
              <a:gdLst>
                <a:gd name="connsiteX0" fmla="*/ 1190172 w 1190172"/>
                <a:gd name="connsiteY0" fmla="*/ 198366 h 1193802"/>
                <a:gd name="connsiteX1" fmla="*/ 1190172 w 1190172"/>
                <a:gd name="connsiteY1" fmla="*/ 1193802 h 1193802"/>
                <a:gd name="connsiteX2" fmla="*/ 1023258 w 1190172"/>
                <a:gd name="connsiteY2" fmla="*/ 1193802 h 1193802"/>
                <a:gd name="connsiteX3" fmla="*/ 1023258 w 1190172"/>
                <a:gd name="connsiteY3" fmla="*/ 1074062 h 1193802"/>
                <a:gd name="connsiteX4" fmla="*/ 963385 w 1190172"/>
                <a:gd name="connsiteY4" fmla="*/ 1014189 h 1193802"/>
                <a:gd name="connsiteX5" fmla="*/ 226788 w 1190172"/>
                <a:gd name="connsiteY5" fmla="*/ 1014189 h 1193802"/>
                <a:gd name="connsiteX6" fmla="*/ 166915 w 1190172"/>
                <a:gd name="connsiteY6" fmla="*/ 1074062 h 1193802"/>
                <a:gd name="connsiteX7" fmla="*/ 166915 w 1190172"/>
                <a:gd name="connsiteY7" fmla="*/ 1193802 h 1193802"/>
                <a:gd name="connsiteX8" fmla="*/ 0 w 1190172"/>
                <a:gd name="connsiteY8" fmla="*/ 1193802 h 1193802"/>
                <a:gd name="connsiteX9" fmla="*/ 0 w 1190172"/>
                <a:gd name="connsiteY9" fmla="*/ 198366 h 1193802"/>
                <a:gd name="connsiteX10" fmla="*/ 198366 w 1190172"/>
                <a:gd name="connsiteY10" fmla="*/ 0 h 1193802"/>
                <a:gd name="connsiteX11" fmla="*/ 991806 w 1190172"/>
                <a:gd name="connsiteY11" fmla="*/ 0 h 1193802"/>
                <a:gd name="connsiteX12" fmla="*/ 1190172 w 1190172"/>
                <a:gd name="connsiteY12" fmla="*/ 198366 h 119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172" h="1193802">
                  <a:moveTo>
                    <a:pt x="1190172" y="198366"/>
                  </a:moveTo>
                  <a:lnTo>
                    <a:pt x="1190172" y="1193802"/>
                  </a:lnTo>
                  <a:lnTo>
                    <a:pt x="1023258" y="1193802"/>
                  </a:lnTo>
                  <a:lnTo>
                    <a:pt x="1023258" y="1074062"/>
                  </a:lnTo>
                  <a:cubicBezTo>
                    <a:pt x="1023258" y="1040995"/>
                    <a:pt x="996452" y="1014189"/>
                    <a:pt x="963385" y="1014189"/>
                  </a:cubicBezTo>
                  <a:lnTo>
                    <a:pt x="226788" y="1014189"/>
                  </a:lnTo>
                  <a:cubicBezTo>
                    <a:pt x="193721" y="1014189"/>
                    <a:pt x="166915" y="1040995"/>
                    <a:pt x="166915" y="1074062"/>
                  </a:cubicBezTo>
                  <a:lnTo>
                    <a:pt x="166915" y="1193802"/>
                  </a:lnTo>
                  <a:lnTo>
                    <a:pt x="0" y="1193802"/>
                  </a:lnTo>
                  <a:lnTo>
                    <a:pt x="0" y="198366"/>
                  </a:lnTo>
                  <a:cubicBezTo>
                    <a:pt x="0" y="88811"/>
                    <a:pt x="88811" y="0"/>
                    <a:pt x="198366" y="0"/>
                  </a:cubicBezTo>
                  <a:lnTo>
                    <a:pt x="991806" y="0"/>
                  </a:lnTo>
                  <a:cubicBezTo>
                    <a:pt x="1101361" y="0"/>
                    <a:pt x="1190172" y="88811"/>
                    <a:pt x="1190172" y="19836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6942DB-57A2-2F72-9995-A3E37AC050C9}"/>
                </a:ext>
              </a:extLst>
            </p:cNvPr>
            <p:cNvSpPr txBox="1"/>
            <p:nvPr/>
          </p:nvSpPr>
          <p:spPr>
            <a:xfrm>
              <a:off x="1737956" y="3002005"/>
              <a:ext cx="7596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dirty="0"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4F860D-69D1-4180-DBC1-D32E908BF24A}"/>
              </a:ext>
            </a:extLst>
          </p:cNvPr>
          <p:cNvGrpSpPr/>
          <p:nvPr/>
        </p:nvGrpSpPr>
        <p:grpSpPr>
          <a:xfrm>
            <a:off x="1709058" y="4725421"/>
            <a:ext cx="1193802" cy="1364343"/>
            <a:chOff x="1709058" y="4725421"/>
            <a:chExt cx="1193802" cy="136434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EC343B-51D1-C5BA-51FF-17C0053F293F}"/>
                </a:ext>
              </a:extLst>
            </p:cNvPr>
            <p:cNvSpPr/>
            <p:nvPr/>
          </p:nvSpPr>
          <p:spPr>
            <a:xfrm rot="16200000">
              <a:off x="1623787" y="4810692"/>
              <a:ext cx="1364343" cy="1193802"/>
            </a:xfrm>
            <a:custGeom>
              <a:avLst/>
              <a:gdLst>
                <a:gd name="connsiteX0" fmla="*/ 1190172 w 1190172"/>
                <a:gd name="connsiteY0" fmla="*/ 198366 h 1193802"/>
                <a:gd name="connsiteX1" fmla="*/ 1190172 w 1190172"/>
                <a:gd name="connsiteY1" fmla="*/ 1193802 h 1193802"/>
                <a:gd name="connsiteX2" fmla="*/ 1023258 w 1190172"/>
                <a:gd name="connsiteY2" fmla="*/ 1193802 h 1193802"/>
                <a:gd name="connsiteX3" fmla="*/ 1023258 w 1190172"/>
                <a:gd name="connsiteY3" fmla="*/ 1074062 h 1193802"/>
                <a:gd name="connsiteX4" fmla="*/ 963385 w 1190172"/>
                <a:gd name="connsiteY4" fmla="*/ 1014189 h 1193802"/>
                <a:gd name="connsiteX5" fmla="*/ 226788 w 1190172"/>
                <a:gd name="connsiteY5" fmla="*/ 1014189 h 1193802"/>
                <a:gd name="connsiteX6" fmla="*/ 166915 w 1190172"/>
                <a:gd name="connsiteY6" fmla="*/ 1074062 h 1193802"/>
                <a:gd name="connsiteX7" fmla="*/ 166915 w 1190172"/>
                <a:gd name="connsiteY7" fmla="*/ 1193802 h 1193802"/>
                <a:gd name="connsiteX8" fmla="*/ 0 w 1190172"/>
                <a:gd name="connsiteY8" fmla="*/ 1193802 h 1193802"/>
                <a:gd name="connsiteX9" fmla="*/ 0 w 1190172"/>
                <a:gd name="connsiteY9" fmla="*/ 198366 h 1193802"/>
                <a:gd name="connsiteX10" fmla="*/ 198366 w 1190172"/>
                <a:gd name="connsiteY10" fmla="*/ 0 h 1193802"/>
                <a:gd name="connsiteX11" fmla="*/ 991806 w 1190172"/>
                <a:gd name="connsiteY11" fmla="*/ 0 h 1193802"/>
                <a:gd name="connsiteX12" fmla="*/ 1190172 w 1190172"/>
                <a:gd name="connsiteY12" fmla="*/ 198366 h 119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0172" h="1193802">
                  <a:moveTo>
                    <a:pt x="1190172" y="198366"/>
                  </a:moveTo>
                  <a:lnTo>
                    <a:pt x="1190172" y="1193802"/>
                  </a:lnTo>
                  <a:lnTo>
                    <a:pt x="1023258" y="1193802"/>
                  </a:lnTo>
                  <a:lnTo>
                    <a:pt x="1023258" y="1074062"/>
                  </a:lnTo>
                  <a:cubicBezTo>
                    <a:pt x="1023258" y="1040995"/>
                    <a:pt x="996452" y="1014189"/>
                    <a:pt x="963385" y="1014189"/>
                  </a:cubicBezTo>
                  <a:lnTo>
                    <a:pt x="226788" y="1014189"/>
                  </a:lnTo>
                  <a:cubicBezTo>
                    <a:pt x="193721" y="1014189"/>
                    <a:pt x="166915" y="1040995"/>
                    <a:pt x="166915" y="1074062"/>
                  </a:cubicBezTo>
                  <a:lnTo>
                    <a:pt x="166915" y="1193802"/>
                  </a:lnTo>
                  <a:lnTo>
                    <a:pt x="0" y="1193802"/>
                  </a:lnTo>
                  <a:lnTo>
                    <a:pt x="0" y="198366"/>
                  </a:lnTo>
                  <a:cubicBezTo>
                    <a:pt x="0" y="88811"/>
                    <a:pt x="88811" y="0"/>
                    <a:pt x="198366" y="0"/>
                  </a:cubicBezTo>
                  <a:lnTo>
                    <a:pt x="991806" y="0"/>
                  </a:lnTo>
                  <a:cubicBezTo>
                    <a:pt x="1101361" y="0"/>
                    <a:pt x="1190172" y="88811"/>
                    <a:pt x="1190172" y="19836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759EA1-E173-8BB4-F4F7-F842F3D258E1}"/>
                </a:ext>
              </a:extLst>
            </p:cNvPr>
            <p:cNvSpPr txBox="1"/>
            <p:nvPr/>
          </p:nvSpPr>
          <p:spPr>
            <a:xfrm>
              <a:off x="1737956" y="4853594"/>
              <a:ext cx="7596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dirty="0">
                  <a:solidFill>
                    <a:srgbClr val="FF00FF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C7C4E207-C912-9FB0-301F-FFD31CD1DAD5}"/>
              </a:ext>
            </a:extLst>
          </p:cNvPr>
          <p:cNvSpPr/>
          <p:nvPr/>
        </p:nvSpPr>
        <p:spPr>
          <a:xfrm>
            <a:off x="5310258" y="4912879"/>
            <a:ext cx="1194119" cy="989426"/>
          </a:xfrm>
          <a:prstGeom prst="rightArrow">
            <a:avLst/>
          </a:prstGeom>
          <a:gradFill flip="none" rotWithShape="1">
            <a:gsLst>
              <a:gs pos="3000">
                <a:srgbClr val="1A222D">
                  <a:alpha val="0"/>
                </a:srgb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1E133-09CA-2D7F-0344-7CE31E871D1B}"/>
              </a:ext>
            </a:extLst>
          </p:cNvPr>
          <p:cNvSpPr txBox="1"/>
          <p:nvPr/>
        </p:nvSpPr>
        <p:spPr>
          <a:xfrm>
            <a:off x="6504377" y="4931274"/>
            <a:ext cx="4616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333932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1A7C42-356A-A4B7-6413-B5456B2B9FAC}"/>
              </a:ext>
            </a:extLst>
          </p:cNvPr>
          <p:cNvSpPr/>
          <p:nvPr/>
        </p:nvSpPr>
        <p:spPr>
          <a:xfrm>
            <a:off x="242341" y="198620"/>
            <a:ext cx="11707318" cy="6460761"/>
          </a:xfrm>
          <a:prstGeom prst="rect">
            <a:avLst/>
          </a:prstGeom>
          <a:solidFill>
            <a:srgbClr val="1A2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92B44A-3468-2168-34D2-25DD3B389BA1}"/>
              </a:ext>
            </a:extLst>
          </p:cNvPr>
          <p:cNvSpPr/>
          <p:nvPr/>
        </p:nvSpPr>
        <p:spPr>
          <a:xfrm>
            <a:off x="2443397" y="839449"/>
            <a:ext cx="209862" cy="15889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85F149-F782-3945-42BA-AB135549A311}"/>
              </a:ext>
            </a:extLst>
          </p:cNvPr>
          <p:cNvSpPr/>
          <p:nvPr/>
        </p:nvSpPr>
        <p:spPr>
          <a:xfrm>
            <a:off x="2443397" y="2634521"/>
            <a:ext cx="209862" cy="15889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07009D-E7E5-B7DF-198A-587581A15ACB}"/>
              </a:ext>
            </a:extLst>
          </p:cNvPr>
          <p:cNvGrpSpPr/>
          <p:nvPr/>
        </p:nvGrpSpPr>
        <p:grpSpPr>
          <a:xfrm>
            <a:off x="2315979" y="3024265"/>
            <a:ext cx="6798040" cy="824459"/>
            <a:chOff x="2315979" y="1229193"/>
            <a:chExt cx="6798040" cy="824459"/>
          </a:xfrm>
        </p:grpSpPr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ABA14874-7F0C-5D58-0570-F91EDCEBB37E}"/>
                </a:ext>
              </a:extLst>
            </p:cNvPr>
            <p:cNvSpPr/>
            <p:nvPr/>
          </p:nvSpPr>
          <p:spPr>
            <a:xfrm rot="5400000">
              <a:off x="5302769" y="-1757597"/>
              <a:ext cx="824459" cy="679804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DACC65-2763-9202-1B3A-EBF68DF70888}"/>
                </a:ext>
              </a:extLst>
            </p:cNvPr>
            <p:cNvSpPr txBox="1"/>
            <p:nvPr/>
          </p:nvSpPr>
          <p:spPr>
            <a:xfrm>
              <a:off x="2616407" y="1310761"/>
              <a:ext cx="6114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Lorem ipsum dolor sit amet, consectetuer adipiscing elit. Maecenas porttitor congue massa. 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80A103-6BDE-C665-8688-E2976DD869F9}"/>
              </a:ext>
            </a:extLst>
          </p:cNvPr>
          <p:cNvSpPr/>
          <p:nvPr/>
        </p:nvSpPr>
        <p:spPr>
          <a:xfrm>
            <a:off x="2443397" y="4379003"/>
            <a:ext cx="209862" cy="15889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933ED6-DF03-B27C-746A-9A48DA556FFF}"/>
              </a:ext>
            </a:extLst>
          </p:cNvPr>
          <p:cNvGrpSpPr/>
          <p:nvPr/>
        </p:nvGrpSpPr>
        <p:grpSpPr>
          <a:xfrm>
            <a:off x="2315979" y="4768747"/>
            <a:ext cx="6798040" cy="824459"/>
            <a:chOff x="2315979" y="1229193"/>
            <a:chExt cx="6798040" cy="824459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87FC2F60-8E22-C129-035C-9D03B48C955C}"/>
                </a:ext>
              </a:extLst>
            </p:cNvPr>
            <p:cNvSpPr/>
            <p:nvPr/>
          </p:nvSpPr>
          <p:spPr>
            <a:xfrm rot="5400000">
              <a:off x="5302769" y="-1757597"/>
              <a:ext cx="824459" cy="679804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69BF20-0299-CFAA-D105-71E1C23F05AF}"/>
                </a:ext>
              </a:extLst>
            </p:cNvPr>
            <p:cNvSpPr txBox="1"/>
            <p:nvPr/>
          </p:nvSpPr>
          <p:spPr>
            <a:xfrm>
              <a:off x="2616407" y="1310761"/>
              <a:ext cx="6114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6A37D6-8CFA-5A18-4752-345E6FE96A9F}"/>
              </a:ext>
            </a:extLst>
          </p:cNvPr>
          <p:cNvGrpSpPr/>
          <p:nvPr/>
        </p:nvGrpSpPr>
        <p:grpSpPr>
          <a:xfrm>
            <a:off x="1199213" y="2784423"/>
            <a:ext cx="1244184" cy="1334124"/>
            <a:chOff x="1199213" y="989351"/>
            <a:chExt cx="1244184" cy="13341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25C74F-F76D-8989-5EB4-16C0299AA9A5}"/>
                </a:ext>
              </a:extLst>
            </p:cNvPr>
            <p:cNvSpPr/>
            <p:nvPr/>
          </p:nvSpPr>
          <p:spPr>
            <a:xfrm rot="16200000">
              <a:off x="1154243" y="1034321"/>
              <a:ext cx="1334124" cy="1244184"/>
            </a:xfrm>
            <a:custGeom>
              <a:avLst/>
              <a:gdLst>
                <a:gd name="connsiteX0" fmla="*/ 1334124 w 1334124"/>
                <a:gd name="connsiteY0" fmla="*/ 207368 h 1244184"/>
                <a:gd name="connsiteX1" fmla="*/ 1334124 w 1334124"/>
                <a:gd name="connsiteY1" fmla="*/ 1244184 h 1244184"/>
                <a:gd name="connsiteX2" fmla="*/ 1176728 w 1334124"/>
                <a:gd name="connsiteY2" fmla="*/ 1244184 h 1244184"/>
                <a:gd name="connsiteX3" fmla="*/ 1176728 w 1334124"/>
                <a:gd name="connsiteY3" fmla="*/ 1079294 h 1244184"/>
                <a:gd name="connsiteX4" fmla="*/ 1109271 w 1334124"/>
                <a:gd name="connsiteY4" fmla="*/ 1011837 h 1244184"/>
                <a:gd name="connsiteX5" fmla="*/ 224855 w 1334124"/>
                <a:gd name="connsiteY5" fmla="*/ 1011837 h 1244184"/>
                <a:gd name="connsiteX6" fmla="*/ 157398 w 1334124"/>
                <a:gd name="connsiteY6" fmla="*/ 1079294 h 1244184"/>
                <a:gd name="connsiteX7" fmla="*/ 157398 w 1334124"/>
                <a:gd name="connsiteY7" fmla="*/ 1244184 h 1244184"/>
                <a:gd name="connsiteX8" fmla="*/ 0 w 1334124"/>
                <a:gd name="connsiteY8" fmla="*/ 1244184 h 1244184"/>
                <a:gd name="connsiteX9" fmla="*/ 0 w 1334124"/>
                <a:gd name="connsiteY9" fmla="*/ 207368 h 1244184"/>
                <a:gd name="connsiteX10" fmla="*/ 207368 w 1334124"/>
                <a:gd name="connsiteY10" fmla="*/ 0 h 1244184"/>
                <a:gd name="connsiteX11" fmla="*/ 1126756 w 1334124"/>
                <a:gd name="connsiteY11" fmla="*/ 0 h 1244184"/>
                <a:gd name="connsiteX12" fmla="*/ 1334124 w 1334124"/>
                <a:gd name="connsiteY12" fmla="*/ 207368 h 12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4124" h="1244184">
                  <a:moveTo>
                    <a:pt x="1334124" y="207368"/>
                  </a:moveTo>
                  <a:lnTo>
                    <a:pt x="1334124" y="1244184"/>
                  </a:lnTo>
                  <a:lnTo>
                    <a:pt x="1176728" y="1244184"/>
                  </a:lnTo>
                  <a:lnTo>
                    <a:pt x="1176728" y="1079294"/>
                  </a:lnTo>
                  <a:cubicBezTo>
                    <a:pt x="1176728" y="1042039"/>
                    <a:pt x="1146526" y="1011837"/>
                    <a:pt x="1109271" y="1011837"/>
                  </a:cubicBezTo>
                  <a:lnTo>
                    <a:pt x="224855" y="1011837"/>
                  </a:lnTo>
                  <a:cubicBezTo>
                    <a:pt x="187600" y="1011837"/>
                    <a:pt x="157398" y="1042039"/>
                    <a:pt x="157398" y="1079294"/>
                  </a:cubicBezTo>
                  <a:lnTo>
                    <a:pt x="157398" y="1244184"/>
                  </a:lnTo>
                  <a:lnTo>
                    <a:pt x="0" y="1244184"/>
                  </a:lnTo>
                  <a:lnTo>
                    <a:pt x="0" y="207368"/>
                  </a:lnTo>
                  <a:cubicBezTo>
                    <a:pt x="0" y="92842"/>
                    <a:pt x="92842" y="0"/>
                    <a:pt x="207368" y="0"/>
                  </a:cubicBezTo>
                  <a:lnTo>
                    <a:pt x="1126756" y="0"/>
                  </a:lnTo>
                  <a:cubicBezTo>
                    <a:pt x="1241282" y="0"/>
                    <a:pt x="1334124" y="92842"/>
                    <a:pt x="1334124" y="2073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FD3CAD-1EFD-710B-858F-1544545E8F94}"/>
                </a:ext>
              </a:extLst>
            </p:cNvPr>
            <p:cNvSpPr txBox="1"/>
            <p:nvPr/>
          </p:nvSpPr>
          <p:spPr>
            <a:xfrm>
              <a:off x="1480899" y="1157190"/>
              <a:ext cx="4865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00B0F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0018C5-26C9-ABE7-D2FB-5985E7485FF5}"/>
              </a:ext>
            </a:extLst>
          </p:cNvPr>
          <p:cNvGrpSpPr/>
          <p:nvPr/>
        </p:nvGrpSpPr>
        <p:grpSpPr>
          <a:xfrm>
            <a:off x="1199213" y="4528905"/>
            <a:ext cx="1244184" cy="1334124"/>
            <a:chOff x="1199213" y="989351"/>
            <a:chExt cx="1244184" cy="133412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C894A00-263C-B25B-9175-77C9EEE68DAB}"/>
                </a:ext>
              </a:extLst>
            </p:cNvPr>
            <p:cNvSpPr/>
            <p:nvPr/>
          </p:nvSpPr>
          <p:spPr>
            <a:xfrm rot="16200000">
              <a:off x="1154243" y="1034321"/>
              <a:ext cx="1334124" cy="1244184"/>
            </a:xfrm>
            <a:custGeom>
              <a:avLst/>
              <a:gdLst>
                <a:gd name="connsiteX0" fmla="*/ 1334124 w 1334124"/>
                <a:gd name="connsiteY0" fmla="*/ 207368 h 1244184"/>
                <a:gd name="connsiteX1" fmla="*/ 1334124 w 1334124"/>
                <a:gd name="connsiteY1" fmla="*/ 1244184 h 1244184"/>
                <a:gd name="connsiteX2" fmla="*/ 1176728 w 1334124"/>
                <a:gd name="connsiteY2" fmla="*/ 1244184 h 1244184"/>
                <a:gd name="connsiteX3" fmla="*/ 1176728 w 1334124"/>
                <a:gd name="connsiteY3" fmla="*/ 1079294 h 1244184"/>
                <a:gd name="connsiteX4" fmla="*/ 1109271 w 1334124"/>
                <a:gd name="connsiteY4" fmla="*/ 1011837 h 1244184"/>
                <a:gd name="connsiteX5" fmla="*/ 224855 w 1334124"/>
                <a:gd name="connsiteY5" fmla="*/ 1011837 h 1244184"/>
                <a:gd name="connsiteX6" fmla="*/ 157398 w 1334124"/>
                <a:gd name="connsiteY6" fmla="*/ 1079294 h 1244184"/>
                <a:gd name="connsiteX7" fmla="*/ 157398 w 1334124"/>
                <a:gd name="connsiteY7" fmla="*/ 1244184 h 1244184"/>
                <a:gd name="connsiteX8" fmla="*/ 0 w 1334124"/>
                <a:gd name="connsiteY8" fmla="*/ 1244184 h 1244184"/>
                <a:gd name="connsiteX9" fmla="*/ 0 w 1334124"/>
                <a:gd name="connsiteY9" fmla="*/ 207368 h 1244184"/>
                <a:gd name="connsiteX10" fmla="*/ 207368 w 1334124"/>
                <a:gd name="connsiteY10" fmla="*/ 0 h 1244184"/>
                <a:gd name="connsiteX11" fmla="*/ 1126756 w 1334124"/>
                <a:gd name="connsiteY11" fmla="*/ 0 h 1244184"/>
                <a:gd name="connsiteX12" fmla="*/ 1334124 w 1334124"/>
                <a:gd name="connsiteY12" fmla="*/ 207368 h 12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4124" h="1244184">
                  <a:moveTo>
                    <a:pt x="1334124" y="207368"/>
                  </a:moveTo>
                  <a:lnTo>
                    <a:pt x="1334124" y="1244184"/>
                  </a:lnTo>
                  <a:lnTo>
                    <a:pt x="1176728" y="1244184"/>
                  </a:lnTo>
                  <a:lnTo>
                    <a:pt x="1176728" y="1079294"/>
                  </a:lnTo>
                  <a:cubicBezTo>
                    <a:pt x="1176728" y="1042039"/>
                    <a:pt x="1146526" y="1011837"/>
                    <a:pt x="1109271" y="1011837"/>
                  </a:cubicBezTo>
                  <a:lnTo>
                    <a:pt x="224855" y="1011837"/>
                  </a:lnTo>
                  <a:cubicBezTo>
                    <a:pt x="187600" y="1011837"/>
                    <a:pt x="157398" y="1042039"/>
                    <a:pt x="157398" y="1079294"/>
                  </a:cubicBezTo>
                  <a:lnTo>
                    <a:pt x="157398" y="1244184"/>
                  </a:lnTo>
                  <a:lnTo>
                    <a:pt x="0" y="1244184"/>
                  </a:lnTo>
                  <a:lnTo>
                    <a:pt x="0" y="207368"/>
                  </a:lnTo>
                  <a:cubicBezTo>
                    <a:pt x="0" y="92842"/>
                    <a:pt x="92842" y="0"/>
                    <a:pt x="207368" y="0"/>
                  </a:cubicBezTo>
                  <a:lnTo>
                    <a:pt x="1126756" y="0"/>
                  </a:lnTo>
                  <a:cubicBezTo>
                    <a:pt x="1241282" y="0"/>
                    <a:pt x="1334124" y="92842"/>
                    <a:pt x="1334124" y="2073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7554F2-63FA-F569-5C42-3301FEE55423}"/>
                </a:ext>
              </a:extLst>
            </p:cNvPr>
            <p:cNvSpPr txBox="1"/>
            <p:nvPr/>
          </p:nvSpPr>
          <p:spPr>
            <a:xfrm>
              <a:off x="1480899" y="1157190"/>
              <a:ext cx="4865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FF00FF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5B0BA8-A03A-A346-A5DB-E02C95B49EBA}"/>
              </a:ext>
            </a:extLst>
          </p:cNvPr>
          <p:cNvGrpSpPr/>
          <p:nvPr/>
        </p:nvGrpSpPr>
        <p:grpSpPr>
          <a:xfrm>
            <a:off x="2315979" y="1229193"/>
            <a:ext cx="6798040" cy="824459"/>
            <a:chOff x="2315979" y="1229193"/>
            <a:chExt cx="6798040" cy="824459"/>
          </a:xfrm>
        </p:grpSpPr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B540359B-8B9D-27BC-CC67-09BBBCD1F1D5}"/>
                </a:ext>
              </a:extLst>
            </p:cNvPr>
            <p:cNvSpPr/>
            <p:nvPr/>
          </p:nvSpPr>
          <p:spPr>
            <a:xfrm rot="5400000">
              <a:off x="5302769" y="-1757597"/>
              <a:ext cx="824459" cy="679804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14ADF8-D3C3-78A1-5CEB-C0E1F8D6E3C6}"/>
                </a:ext>
              </a:extLst>
            </p:cNvPr>
            <p:cNvSpPr txBox="1"/>
            <p:nvPr/>
          </p:nvSpPr>
          <p:spPr>
            <a:xfrm>
              <a:off x="2616407" y="1310761"/>
              <a:ext cx="6114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60181B-E559-B551-629C-50A79EE55BA8}"/>
              </a:ext>
            </a:extLst>
          </p:cNvPr>
          <p:cNvGrpSpPr/>
          <p:nvPr/>
        </p:nvGrpSpPr>
        <p:grpSpPr>
          <a:xfrm>
            <a:off x="1197872" y="989351"/>
            <a:ext cx="1245525" cy="1334124"/>
            <a:chOff x="1197872" y="989351"/>
            <a:chExt cx="1245525" cy="133412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6E548E0-D8D5-DD7F-C7E3-A3F6D9CB9C57}"/>
                </a:ext>
              </a:extLst>
            </p:cNvPr>
            <p:cNvSpPr/>
            <p:nvPr/>
          </p:nvSpPr>
          <p:spPr>
            <a:xfrm rot="16200000">
              <a:off x="1154243" y="1034321"/>
              <a:ext cx="1334124" cy="1244184"/>
            </a:xfrm>
            <a:custGeom>
              <a:avLst/>
              <a:gdLst>
                <a:gd name="connsiteX0" fmla="*/ 1334124 w 1334124"/>
                <a:gd name="connsiteY0" fmla="*/ 207368 h 1244184"/>
                <a:gd name="connsiteX1" fmla="*/ 1334124 w 1334124"/>
                <a:gd name="connsiteY1" fmla="*/ 1244184 h 1244184"/>
                <a:gd name="connsiteX2" fmla="*/ 1176728 w 1334124"/>
                <a:gd name="connsiteY2" fmla="*/ 1244184 h 1244184"/>
                <a:gd name="connsiteX3" fmla="*/ 1176728 w 1334124"/>
                <a:gd name="connsiteY3" fmla="*/ 1079294 h 1244184"/>
                <a:gd name="connsiteX4" fmla="*/ 1109271 w 1334124"/>
                <a:gd name="connsiteY4" fmla="*/ 1011837 h 1244184"/>
                <a:gd name="connsiteX5" fmla="*/ 224855 w 1334124"/>
                <a:gd name="connsiteY5" fmla="*/ 1011837 h 1244184"/>
                <a:gd name="connsiteX6" fmla="*/ 157398 w 1334124"/>
                <a:gd name="connsiteY6" fmla="*/ 1079294 h 1244184"/>
                <a:gd name="connsiteX7" fmla="*/ 157398 w 1334124"/>
                <a:gd name="connsiteY7" fmla="*/ 1244184 h 1244184"/>
                <a:gd name="connsiteX8" fmla="*/ 0 w 1334124"/>
                <a:gd name="connsiteY8" fmla="*/ 1244184 h 1244184"/>
                <a:gd name="connsiteX9" fmla="*/ 0 w 1334124"/>
                <a:gd name="connsiteY9" fmla="*/ 207368 h 1244184"/>
                <a:gd name="connsiteX10" fmla="*/ 207368 w 1334124"/>
                <a:gd name="connsiteY10" fmla="*/ 0 h 1244184"/>
                <a:gd name="connsiteX11" fmla="*/ 1126756 w 1334124"/>
                <a:gd name="connsiteY11" fmla="*/ 0 h 1244184"/>
                <a:gd name="connsiteX12" fmla="*/ 1334124 w 1334124"/>
                <a:gd name="connsiteY12" fmla="*/ 207368 h 12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34124" h="1244184">
                  <a:moveTo>
                    <a:pt x="1334124" y="207368"/>
                  </a:moveTo>
                  <a:lnTo>
                    <a:pt x="1334124" y="1244184"/>
                  </a:lnTo>
                  <a:lnTo>
                    <a:pt x="1176728" y="1244184"/>
                  </a:lnTo>
                  <a:lnTo>
                    <a:pt x="1176728" y="1079294"/>
                  </a:lnTo>
                  <a:cubicBezTo>
                    <a:pt x="1176728" y="1042039"/>
                    <a:pt x="1146526" y="1011837"/>
                    <a:pt x="1109271" y="1011837"/>
                  </a:cubicBezTo>
                  <a:lnTo>
                    <a:pt x="224855" y="1011837"/>
                  </a:lnTo>
                  <a:cubicBezTo>
                    <a:pt x="187600" y="1011837"/>
                    <a:pt x="157398" y="1042039"/>
                    <a:pt x="157398" y="1079294"/>
                  </a:cubicBezTo>
                  <a:lnTo>
                    <a:pt x="157398" y="1244184"/>
                  </a:lnTo>
                  <a:lnTo>
                    <a:pt x="0" y="1244184"/>
                  </a:lnTo>
                  <a:lnTo>
                    <a:pt x="0" y="207368"/>
                  </a:lnTo>
                  <a:cubicBezTo>
                    <a:pt x="0" y="92842"/>
                    <a:pt x="92842" y="0"/>
                    <a:pt x="207368" y="0"/>
                  </a:cubicBezTo>
                  <a:lnTo>
                    <a:pt x="1126756" y="0"/>
                  </a:lnTo>
                  <a:cubicBezTo>
                    <a:pt x="1241282" y="0"/>
                    <a:pt x="1334124" y="92842"/>
                    <a:pt x="1334124" y="2073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DFA5B2-BF79-F7EF-9A05-32E34B6711AC}"/>
                </a:ext>
              </a:extLst>
            </p:cNvPr>
            <p:cNvSpPr txBox="1"/>
            <p:nvPr/>
          </p:nvSpPr>
          <p:spPr>
            <a:xfrm>
              <a:off x="1197872" y="1222503"/>
              <a:ext cx="987298" cy="101566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6000" dirty="0">
                  <a:solidFill>
                    <a:srgbClr val="92D050"/>
                  </a:solidFill>
                  <a:latin typeface="Arial Black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99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130</Words>
  <Application>Microsoft Office PowerPoint</Application>
  <PresentationFormat>Grand écran</PresentationFormat>
  <Paragraphs>18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Abdul Rehman</cp:lastModifiedBy>
  <cp:revision>91</cp:revision>
  <dcterms:created xsi:type="dcterms:W3CDTF">2024-01-29T17:58:48Z</dcterms:created>
  <dcterms:modified xsi:type="dcterms:W3CDTF">2024-05-12T17:56:14Z</dcterms:modified>
</cp:coreProperties>
</file>