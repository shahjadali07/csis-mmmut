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6" r:id="rId3"/>
    <p:sldId id="256" r:id="rId4"/>
    <p:sldId id="278" r:id="rId5"/>
    <p:sldId id="260" r:id="rId6"/>
    <p:sldId id="280" r:id="rId7"/>
    <p:sldId id="261" r:id="rId8"/>
    <p:sldId id="279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FD7273"/>
    <a:srgbClr val="FF00FF"/>
    <a:srgbClr val="3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0E1303-37B5-4EA5-B8B3-EC7E85D5B1E7}" v="1" dt="2024-04-03T22:42:50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3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a" clId="Web-{4E0E1303-37B5-4EA5-B8B3-EC7E85D5B1E7}"/>
    <pc:docChg chg="modSld">
      <pc:chgData name="Camila" userId="" providerId="" clId="Web-{4E0E1303-37B5-4EA5-B8B3-EC7E85D5B1E7}" dt="2024-04-03T22:42:50.538" v="0"/>
      <pc:docMkLst>
        <pc:docMk/>
      </pc:docMkLst>
      <pc:sldChg chg="modTransition">
        <pc:chgData name="Camila" userId="" providerId="" clId="Web-{4E0E1303-37B5-4EA5-B8B3-EC7E85D5B1E7}" dt="2024-04-03T22:42:50.538" v="0"/>
        <pc:sldMkLst>
          <pc:docMk/>
          <pc:sldMk cId="1008397582" sldId="278"/>
        </pc:sldMkLst>
      </pc:sldChg>
    </pc:docChg>
  </pc:docChgLst>
  <pc:docChgLst>
    <pc:chgData name="فوزية القرشي" clId="Web-{596BFCD9-3FDE-403B-AD2A-049AFEB1626D}"/>
    <pc:docChg chg="sldOrd">
      <pc:chgData name="فوزية القرشي" userId="" providerId="" clId="Web-{596BFCD9-3FDE-403B-AD2A-049AFEB1626D}" dt="2023-09-06T17:14:17.978" v="1"/>
      <pc:docMkLst>
        <pc:docMk/>
      </pc:docMkLst>
      <pc:sldChg chg="ord">
        <pc:chgData name="فوزية القرشي" userId="" providerId="" clId="Web-{596BFCD9-3FDE-403B-AD2A-049AFEB1626D}" dt="2023-09-06T17:14:17.978" v="1"/>
        <pc:sldMkLst>
          <pc:docMk/>
          <pc:sldMk cId="2185420859" sldId="256"/>
        </pc:sldMkLst>
      </pc:sldChg>
      <pc:sldChg chg="ord">
        <pc:chgData name="فوزية القرشي" userId="" providerId="" clId="Web-{596BFCD9-3FDE-403B-AD2A-049AFEB1626D}" dt="2023-09-06T17:13:38.680" v="0"/>
        <pc:sldMkLst>
          <pc:docMk/>
          <pc:sldMk cId="648325043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E02F-CE5A-95B0-C5F3-C4C225F8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BC19B-DA56-006C-1E6B-DE6F769E8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EBC9F-C22A-0D81-243C-359D6D1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E3B27-D02E-34C1-5455-A72E7D2BD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628BA-22D8-0F90-B407-FD3992A9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26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954CE-9BF5-EDD5-FBA8-D64B12A76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90F75-CEF9-8F98-1B9A-BABE131D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B9C1E-71C4-02EA-F2B9-A0B5EB6D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1FD5C-7342-7CA0-A0C1-A22EA475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3ACC-1624-5A81-CDFC-C3E245CEC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7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82D4-616C-1EF4-F09D-CD1048B0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8B91A-DBB4-C351-B81E-096AF8AF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26940-4593-0148-0F54-748C739EA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6149E-5D23-71B6-30E9-D4F609352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01F38-533D-E05D-308F-7F54CCB4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0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0B97-20F5-FA05-07D2-564DA5CE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BF88-4B57-4CCE-5CB4-D74D0D7436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2834F-B25B-4E47-19BF-3CEA17CB8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506C2-D025-1CDC-FFB2-7B2BB927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469C6-F70A-9FD3-C0AA-3670D0E9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60394-8907-624B-DA00-97DFAC3D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5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14BD-B412-2F1E-7804-2BF0E595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E063A-A90B-5F25-6B12-05744A18B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ACED6-16CB-6602-9E49-620DF1C48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44EED1-28B4-C80B-B194-4EFA2D59C6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415AB-1736-2DAB-C2DD-87BDA5470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C6D64-9048-DB12-4F8E-DFD93ED5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F0FA2D-C310-FDBF-AA05-53139D3A7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9C8135-0154-2C50-2020-06D16D00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2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CD83-F373-FE74-24E7-D9F1DCCC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7F7FE3-278A-5F28-C590-1C0B2C0E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479D2-2457-B327-D664-5E6FA0F0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D2FB5-43EF-90BF-0710-6DC42A38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E9CB3D-6890-9ECF-FA15-994C2279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E1665-FB50-F87F-E9AE-F7A01832B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A45A3-93E8-4EA9-95BE-13EC9619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21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199A6-91AB-2305-8125-873E1EAF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0FCD1-C265-FD71-28CB-68DD00C40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F1398-C129-B893-5B75-3F401BAB6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22D14-BF55-A3AA-D951-91CE03B4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9EC7D-9B97-EDAC-4107-CF54F8E6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33F10-A342-DCF0-F6D8-86293E46D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5E9DF-921F-1310-064D-94797903F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99CF8C-6358-5361-EE88-5B5845748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BFE20-41D8-883A-614D-D5DC7FE9D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7231A-B3A6-195A-6687-BB724C8D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B10B8-35FA-5A99-634F-0DD97F2F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56947-C50B-6E08-70E4-B7E0777C8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368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5D7F-AAA3-B504-667C-7ACF9FD8B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FBFBA-6B65-141E-F2AE-ED8651982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CAF0-73EB-038F-04EF-F49D6521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95140-7CFE-A146-ED72-FD7C298C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535DA-3CF9-9962-FD68-DB73C87C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436004-6D2F-2BA0-AD12-42842F2D9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EEBE3-CAC6-21EF-6523-6F0407FEA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14ACB-0C26-B951-5AB2-CD3C8912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ACA8-DE4E-BDDB-A7F5-68BE5B51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CCD6-E5EF-DCA6-822F-BD4542B1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2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0772-B3A0-430D-A726-8BBC71617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187D47-AD1F-4504-BB29-7319E2F7A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E0ADF-5E56-4FBB-BC2A-89C754438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CE514-A5CA-48A1-A328-17969996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B5FE6-1979-4CD9-B104-510EF7CF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645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C9A9-D391-4564-A917-CA677540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7C52E-DFA6-4456-9122-D2672AD07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9EFEA-319C-45CF-A8C3-F5A386F60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649A4-3018-4891-8F37-898649AB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59C42-9F9A-4221-9C82-A6BCD1D45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12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62FB6-7A78-4D0A-9DCE-575E6AED2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BC6DE-8DD0-496F-86A7-4BDE74D7B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89A24-1DAE-4CB1-B006-A299598F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E3959-4F5B-4701-B06E-1C9B95860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95379-99A0-4E35-ADF5-0D81BD5B7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063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1816-93D3-4648-9889-B7D5EA88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CAFE5-D040-4105-B8B4-63CCCA1D6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63064-D9BD-4627-88AB-602F3F61B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8E47A-5110-43C0-ABF8-79D09D3B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6E06F-6716-45EE-8EC4-FDEA737E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2B3AB-0F80-49CD-9FE1-2BB5F1D5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194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F8B2-D6B1-4C7D-9471-CCD9D3AF9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7499B-0335-48E3-A67E-B272192A6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CA2539-F151-4C08-A093-0C91FD53B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DAEB5-2796-4FFE-9DB4-66B1FD0F1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EB1C8-7508-4575-9652-17DA30773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A5BD7-034B-41F0-8C87-2AC1DAA8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BF8C6E-9CD0-4280-863F-C7147C80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A1459-B988-43C2-B268-96EE7180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1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1D6D-3EC1-4D90-B4A0-04C4A22E8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768AC-1EBE-45CE-9246-2EA009914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837A0-7FDC-4694-8597-29D64AA0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101CC-4EBA-406B-9394-99475BF5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10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8F352-7EA9-4E0D-8BE9-D511C5E5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914B39-3724-4CE7-9C1C-2D4144AC1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04CD1-F7F8-4A83-8123-BCD21C59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23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021F-2123-4E81-8479-9D669AA3F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D9D15-C027-482C-B631-7DACC33FD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7216F-C716-4D73-80CA-34288BC1F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2F014-6439-45E4-B8FA-9656E9E3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1888-74C5-4AD4-907C-298C12FC1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A428B-B16C-4FC8-BF64-BBEEA1DA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575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FFC-1090-4775-BD4F-F74CC7F0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B4C8C9-F9B6-46A7-8828-92B8D64A7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3A15D-4D2B-4378-9370-05EBA431CE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A772C-89A4-4828-A7D0-D08A411B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7E2BA-0F2B-4C40-9139-776FE1C8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7AE9C-9095-4D21-B45D-5173982A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62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7DDF-42B6-4E38-80B8-E1EA85D41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FED90-410A-4AE4-A4EA-12313A610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D5FF8-02B7-420A-854B-FC65CAE1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FC40F-D075-42D5-8242-EE82E7BDC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FEE44-576E-4AB7-BF20-17E9AA87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5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C582D-6645-48D3-833F-9F776E98E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27573-2D3A-42D5-B750-D5686DD28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D4EF4-D4AD-4704-8D7D-B2412BB53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9AF2B-7097-48C4-9342-8BC4F4C06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3662E-3D8F-4316-847D-04294FB1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81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A1CA1-3CD7-9774-E37B-5BBE96C2A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520A1-55A0-2CCC-975D-E59BBA43F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3F43A-5072-C7CE-B70C-68FCF4CB7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10064-9D96-4E06-ADC0-C05601C87945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171A1-3E8B-52FC-600C-B14CEC91A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2F714-BD4F-28DB-3F5E-00512E6A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B821A-1F9E-419B-877C-58F0486AC4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4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D8DDE3"/>
            </a:gs>
            <a:gs pos="41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F44A0-C284-45FD-B6CB-1728BE921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DA259-C0E3-4FBE-9AA4-91990E0F7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60958-8E3B-47AE-91F8-2A6A95C9A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4FD99-39D3-4196-A12D-F3EA904ADC4B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6AE52-2779-4CFE-85AB-5091F5EA4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CD005-3B6A-4713-A99B-C11608336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22B89-BEDE-4F8D-AF5E-D1CCA904F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4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microsoft.com/office/2007/relationships/hdphoto" Target="../media/hdphoto1.wdp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DE2157CA-4C11-4901-989C-FB74101B8C95}"/>
              </a:ext>
            </a:extLst>
          </p:cNvPr>
          <p:cNvSpPr/>
          <p:nvPr/>
        </p:nvSpPr>
        <p:spPr>
          <a:xfrm flipH="1">
            <a:off x="0" y="5643154"/>
            <a:ext cx="12192000" cy="1214846"/>
          </a:xfrm>
          <a:prstGeom prst="rtTriangle">
            <a:avLst/>
          </a:prstGeom>
          <a:solidFill>
            <a:srgbClr val="57C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6EE0B59C-0FCC-40F9-89CE-E5C7D6332B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88823" y="801188"/>
            <a:ext cx="3814354" cy="4333019"/>
          </a:xfrm>
          <a:prstGeom prst="rect">
            <a:avLst/>
          </a:prstGeom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F9AEA74D-F044-49F4-AA20-FF2F0AFAC275}"/>
              </a:ext>
            </a:extLst>
          </p:cNvPr>
          <p:cNvSpPr/>
          <p:nvPr/>
        </p:nvSpPr>
        <p:spPr>
          <a:xfrm>
            <a:off x="0" y="5643154"/>
            <a:ext cx="12192000" cy="1214846"/>
          </a:xfrm>
          <a:prstGeom prst="rtTriangle">
            <a:avLst/>
          </a:prstGeom>
          <a:solidFill>
            <a:srgbClr val="1B3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4C577-CB23-41C9-98E2-55CA019BFDB0}"/>
              </a:ext>
            </a:extLst>
          </p:cNvPr>
          <p:cNvSpPr txBox="1"/>
          <p:nvPr/>
        </p:nvSpPr>
        <p:spPr>
          <a:xfrm>
            <a:off x="4098388" y="5134207"/>
            <a:ext cx="3995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Oswald" panose="02000503000000000000" pitchFamily="2" charset="0"/>
                <a:ea typeface="+mn-ea"/>
                <a:cs typeface="+mn-cs"/>
              </a:rPr>
              <a:t>LIKE | SHARE | SUBSCRIBE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EAC450-FBED-4B21-AC09-0E678CDBD33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527" y="6043761"/>
            <a:ext cx="2143254" cy="6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6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181D18B-9B44-7D88-5EAF-072D6DA0EA46}"/>
              </a:ext>
            </a:extLst>
          </p:cNvPr>
          <p:cNvSpPr/>
          <p:nvPr/>
        </p:nvSpPr>
        <p:spPr>
          <a:xfrm>
            <a:off x="1780844" y="660962"/>
            <a:ext cx="7371693" cy="31752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66944">
                <a:schemeClr val="bg1">
                  <a:lumMod val="50000"/>
                </a:schemeClr>
              </a:gs>
              <a:gs pos="36000">
                <a:srgbClr val="D8DDE3"/>
              </a:gs>
              <a:gs pos="94495">
                <a:schemeClr val="bg1">
                  <a:lumMod val="8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9564CB7-6C8C-255F-A09E-05E514E927C8}"/>
              </a:ext>
            </a:extLst>
          </p:cNvPr>
          <p:cNvGrpSpPr/>
          <p:nvPr/>
        </p:nvGrpSpPr>
        <p:grpSpPr>
          <a:xfrm>
            <a:off x="1563987" y="638498"/>
            <a:ext cx="1526829" cy="4948467"/>
            <a:chOff x="905510" y="627087"/>
            <a:chExt cx="1526829" cy="4948467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28A0B12F-8D51-0822-A28D-E4F8FDEF78C4}"/>
                </a:ext>
              </a:extLst>
            </p:cNvPr>
            <p:cNvGrpSpPr/>
            <p:nvPr/>
          </p:nvGrpSpPr>
          <p:grpSpPr>
            <a:xfrm>
              <a:off x="905510" y="981287"/>
              <a:ext cx="1526829" cy="4594267"/>
              <a:chOff x="905510" y="384135"/>
              <a:chExt cx="1526829" cy="4594267"/>
            </a:xfrm>
            <a:effectLst>
              <a:reflection blurRad="76200" stA="47000" endPos="28000" dist="203200" dir="5400000" sy="-100000" algn="bl" rotWithShape="0"/>
            </a:effectLst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FC656B6-6F30-DC25-68EF-33A021BFA4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4404" y="2138809"/>
                <a:ext cx="14521" cy="1170000"/>
              </a:xfrm>
              <a:prstGeom prst="line">
                <a:avLst/>
              </a:prstGeom>
              <a:ln>
                <a:solidFill>
                  <a:schemeClr val="bg1">
                    <a:alpha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F5F68E7-D829-0892-35C7-C3B07D088FDF}"/>
                  </a:ext>
                </a:extLst>
              </p:cNvPr>
              <p:cNvSpPr/>
              <p:nvPr/>
            </p:nvSpPr>
            <p:spPr>
              <a:xfrm rot="8100000">
                <a:off x="1168032" y="1102827"/>
                <a:ext cx="1001786" cy="1001786"/>
              </a:xfrm>
              <a:custGeom>
                <a:avLst/>
                <a:gdLst>
                  <a:gd name="connsiteX0" fmla="*/ 145862 w 1001786"/>
                  <a:gd name="connsiteY0" fmla="*/ 868259 h 1001786"/>
                  <a:gd name="connsiteX1" fmla="*/ 215960 w 1001786"/>
                  <a:gd name="connsiteY1" fmla="*/ 868259 h 1001786"/>
                  <a:gd name="connsiteX2" fmla="*/ 215960 w 1001786"/>
                  <a:gd name="connsiteY2" fmla="*/ 798161 h 1001786"/>
                  <a:gd name="connsiteX3" fmla="*/ 145862 w 1001786"/>
                  <a:gd name="connsiteY3" fmla="*/ 798161 h 1001786"/>
                  <a:gd name="connsiteX4" fmla="*/ 145862 w 1001786"/>
                  <a:gd name="connsiteY4" fmla="*/ 868259 h 1001786"/>
                  <a:gd name="connsiteX5" fmla="*/ 121158 w 1001786"/>
                  <a:gd name="connsiteY5" fmla="*/ 880628 h 1001786"/>
                  <a:gd name="connsiteX6" fmla="*/ 0 w 1001786"/>
                  <a:gd name="connsiteY6" fmla="*/ 588129 h 1001786"/>
                  <a:gd name="connsiteX7" fmla="*/ 413657 w 1001786"/>
                  <a:gd name="connsiteY7" fmla="*/ 174472 h 1001786"/>
                  <a:gd name="connsiteX8" fmla="*/ 1001786 w 1001786"/>
                  <a:gd name="connsiteY8" fmla="*/ 0 h 1001786"/>
                  <a:gd name="connsiteX9" fmla="*/ 827314 w 1001786"/>
                  <a:gd name="connsiteY9" fmla="*/ 588129 h 1001786"/>
                  <a:gd name="connsiteX10" fmla="*/ 413657 w 1001786"/>
                  <a:gd name="connsiteY10" fmla="*/ 1001786 h 1001786"/>
                  <a:gd name="connsiteX11" fmla="*/ 121158 w 1001786"/>
                  <a:gd name="connsiteY11" fmla="*/ 880628 h 1001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1786" h="1001786">
                    <a:moveTo>
                      <a:pt x="145862" y="868259"/>
                    </a:moveTo>
                    <a:cubicBezTo>
                      <a:pt x="165219" y="887616"/>
                      <a:pt x="196603" y="887616"/>
                      <a:pt x="215960" y="868259"/>
                    </a:cubicBezTo>
                    <a:cubicBezTo>
                      <a:pt x="235317" y="848902"/>
                      <a:pt x="235317" y="817518"/>
                      <a:pt x="215960" y="798161"/>
                    </a:cubicBezTo>
                    <a:cubicBezTo>
                      <a:pt x="196603" y="778804"/>
                      <a:pt x="165219" y="778804"/>
                      <a:pt x="145862" y="798161"/>
                    </a:cubicBezTo>
                    <a:cubicBezTo>
                      <a:pt x="126504" y="817518"/>
                      <a:pt x="126504" y="848902"/>
                      <a:pt x="145862" y="868259"/>
                    </a:cubicBezTo>
                    <a:close/>
                    <a:moveTo>
                      <a:pt x="121158" y="880628"/>
                    </a:moveTo>
                    <a:cubicBezTo>
                      <a:pt x="46300" y="805771"/>
                      <a:pt x="0" y="702357"/>
                      <a:pt x="0" y="588129"/>
                    </a:cubicBezTo>
                    <a:cubicBezTo>
                      <a:pt x="0" y="359673"/>
                      <a:pt x="185201" y="174472"/>
                      <a:pt x="413657" y="174472"/>
                    </a:cubicBezTo>
                    <a:cubicBezTo>
                      <a:pt x="609700" y="174472"/>
                      <a:pt x="805743" y="116315"/>
                      <a:pt x="1001786" y="0"/>
                    </a:cubicBezTo>
                    <a:cubicBezTo>
                      <a:pt x="885471" y="196043"/>
                      <a:pt x="827314" y="392086"/>
                      <a:pt x="827314" y="588129"/>
                    </a:cubicBezTo>
                    <a:cubicBezTo>
                      <a:pt x="827314" y="816585"/>
                      <a:pt x="642113" y="1001786"/>
                      <a:pt x="413657" y="1001786"/>
                    </a:cubicBezTo>
                    <a:cubicBezTo>
                      <a:pt x="299429" y="1001786"/>
                      <a:pt x="196015" y="955486"/>
                      <a:pt x="121158" y="880628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9DDBA0C-A623-84F4-E648-590112F2A0C6}"/>
                  </a:ext>
                </a:extLst>
              </p:cNvPr>
              <p:cNvGrpSpPr/>
              <p:nvPr/>
            </p:nvGrpSpPr>
            <p:grpSpPr>
              <a:xfrm>
                <a:off x="905510" y="3022602"/>
                <a:ext cx="1526829" cy="1955800"/>
                <a:chOff x="1116185" y="2848429"/>
                <a:chExt cx="1526829" cy="1955800"/>
              </a:xfrm>
            </p:grpSpPr>
            <p:sp>
              <p:nvSpPr>
                <p:cNvPr id="6" name="Right Brace 5">
                  <a:extLst>
                    <a:ext uri="{FF2B5EF4-FFF2-40B4-BE49-F238E27FC236}">
                      <a16:creationId xmlns:a16="http://schemas.microsoft.com/office/drawing/2014/main" id="{E01AA450-AF9E-0A27-B089-AEB09F8044A6}"/>
                    </a:ext>
                  </a:extLst>
                </p:cNvPr>
                <p:cNvSpPr/>
                <p:nvPr/>
              </p:nvSpPr>
              <p:spPr>
                <a:xfrm rot="16200000">
                  <a:off x="1589314" y="2375300"/>
                  <a:ext cx="580571" cy="1526829"/>
                </a:xfrm>
                <a:prstGeom prst="rightBrace">
                  <a:avLst>
                    <a:gd name="adj1" fmla="val 20833"/>
                    <a:gd name="adj2" fmla="val 49049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: Top Corners Rounded 6">
                  <a:extLst>
                    <a:ext uri="{FF2B5EF4-FFF2-40B4-BE49-F238E27FC236}">
                      <a16:creationId xmlns:a16="http://schemas.microsoft.com/office/drawing/2014/main" id="{B3F918BB-3B91-1320-6956-1783F36C2961}"/>
                    </a:ext>
                  </a:extLst>
                </p:cNvPr>
                <p:cNvSpPr/>
                <p:nvPr/>
              </p:nvSpPr>
              <p:spPr>
                <a:xfrm>
                  <a:off x="1116185" y="3429000"/>
                  <a:ext cx="1526829" cy="1375229"/>
                </a:xfrm>
                <a:prstGeom prst="round2SameRect">
                  <a:avLst>
                    <a:gd name="adj1" fmla="val 0"/>
                    <a:gd name="adj2" fmla="val 8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2F52511-B701-E4AB-0D07-56110F017D59}"/>
                  </a:ext>
                </a:extLst>
              </p:cNvPr>
              <p:cNvSpPr/>
              <p:nvPr/>
            </p:nvSpPr>
            <p:spPr>
              <a:xfrm>
                <a:off x="1563059" y="2567270"/>
                <a:ext cx="211730" cy="21173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601111B-E4A5-C3A7-6E8F-517DB413191D}"/>
                  </a:ext>
                </a:extLst>
              </p:cNvPr>
              <p:cNvSpPr txBox="1"/>
              <p:nvPr/>
            </p:nvSpPr>
            <p:spPr>
              <a:xfrm>
                <a:off x="1272696" y="1282839"/>
                <a:ext cx="763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2060"/>
                    </a:solidFill>
                  </a:rPr>
                  <a:t>01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550C75A-7FC3-8030-9EC4-C15BB811D0D5}"/>
                  </a:ext>
                </a:extLst>
              </p:cNvPr>
              <p:cNvSpPr txBox="1"/>
              <p:nvPr/>
            </p:nvSpPr>
            <p:spPr>
              <a:xfrm>
                <a:off x="1063350" y="3621512"/>
                <a:ext cx="117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TITLE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018959F-D273-68AB-2B2C-C4CF29F4083D}"/>
                  </a:ext>
                </a:extLst>
              </p:cNvPr>
              <p:cNvSpPr txBox="1"/>
              <p:nvPr/>
            </p:nvSpPr>
            <p:spPr>
              <a:xfrm>
                <a:off x="963859" y="3943317"/>
                <a:ext cx="1410129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>
                        <a:lumMod val="50000"/>
                      </a:schemeClr>
                    </a:solidFill>
                  </a:rPr>
                  <a:t>Lorem ipsum dolor sit amet, consectetuer adipiscing elit. 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70E0180F-08CA-6716-22A4-9C843A20DA23}"/>
                  </a:ext>
                </a:extLst>
              </p:cNvPr>
              <p:cNvGrpSpPr/>
              <p:nvPr/>
            </p:nvGrpSpPr>
            <p:grpSpPr>
              <a:xfrm>
                <a:off x="1574067" y="384135"/>
                <a:ext cx="160027" cy="794788"/>
                <a:chOff x="1574067" y="384135"/>
                <a:chExt cx="160027" cy="794788"/>
              </a:xfrm>
            </p:grpSpPr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40B8920B-9328-0FBA-8A3E-C750D5816651}"/>
                    </a:ext>
                  </a:extLst>
                </p:cNvPr>
                <p:cNvSpPr/>
                <p:nvPr/>
              </p:nvSpPr>
              <p:spPr>
                <a:xfrm>
                  <a:off x="1631220" y="384135"/>
                  <a:ext cx="45719" cy="732738"/>
                </a:xfrm>
                <a:custGeom>
                  <a:avLst/>
                  <a:gdLst>
                    <a:gd name="connsiteX0" fmla="*/ 1778 w 25808"/>
                    <a:gd name="connsiteY0" fmla="*/ 1116874 h 1116874"/>
                    <a:gd name="connsiteX1" fmla="*/ 1778 w 25808"/>
                    <a:gd name="connsiteY1" fmla="*/ 1116874 h 1116874"/>
                    <a:gd name="connsiteX2" fmla="*/ 8310 w 25808"/>
                    <a:gd name="connsiteY2" fmla="*/ 826226 h 1116874"/>
                    <a:gd name="connsiteX3" fmla="*/ 11576 w 25808"/>
                    <a:gd name="connsiteY3" fmla="*/ 809897 h 1116874"/>
                    <a:gd name="connsiteX4" fmla="*/ 14841 w 25808"/>
                    <a:gd name="connsiteY4" fmla="*/ 682534 h 1116874"/>
                    <a:gd name="connsiteX5" fmla="*/ 21373 w 25808"/>
                    <a:gd name="connsiteY5" fmla="*/ 591094 h 1116874"/>
                    <a:gd name="connsiteX6" fmla="*/ 24638 w 25808"/>
                    <a:gd name="connsiteY6" fmla="*/ 476794 h 1116874"/>
                    <a:gd name="connsiteX7" fmla="*/ 11576 w 25808"/>
                    <a:gd name="connsiteY7" fmla="*/ 91440 h 1116874"/>
                    <a:gd name="connsiteX8" fmla="*/ 8310 w 25808"/>
                    <a:gd name="connsiteY8" fmla="*/ 0 h 1116874"/>
                    <a:gd name="connsiteX9" fmla="*/ 8310 w 25808"/>
                    <a:gd name="connsiteY9" fmla="*/ 0 h 1116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808" h="1116874">
                      <a:moveTo>
                        <a:pt x="1778" y="1116874"/>
                      </a:moveTo>
                      <a:lnTo>
                        <a:pt x="1778" y="1116874"/>
                      </a:lnTo>
                      <a:cubicBezTo>
                        <a:pt x="2279" y="1076298"/>
                        <a:pt x="-5609" y="916690"/>
                        <a:pt x="8310" y="826226"/>
                      </a:cubicBezTo>
                      <a:cubicBezTo>
                        <a:pt x="9154" y="820740"/>
                        <a:pt x="10487" y="815340"/>
                        <a:pt x="11576" y="809897"/>
                      </a:cubicBezTo>
                      <a:cubicBezTo>
                        <a:pt x="12664" y="767443"/>
                        <a:pt x="13472" y="724980"/>
                        <a:pt x="14841" y="682534"/>
                      </a:cubicBezTo>
                      <a:cubicBezTo>
                        <a:pt x="17269" y="607275"/>
                        <a:pt x="13431" y="630801"/>
                        <a:pt x="21373" y="591094"/>
                      </a:cubicBezTo>
                      <a:cubicBezTo>
                        <a:pt x="22461" y="552994"/>
                        <a:pt x="24912" y="514909"/>
                        <a:pt x="24638" y="476794"/>
                      </a:cubicBezTo>
                      <a:cubicBezTo>
                        <a:pt x="23656" y="340276"/>
                        <a:pt x="32904" y="219437"/>
                        <a:pt x="11576" y="91440"/>
                      </a:cubicBezTo>
                      <a:cubicBezTo>
                        <a:pt x="8013" y="13069"/>
                        <a:pt x="8310" y="43567"/>
                        <a:pt x="8310" y="0"/>
                      </a:cubicBezTo>
                      <a:lnTo>
                        <a:pt x="831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highlight>
                      <a:srgbClr val="00FF00"/>
                    </a:highlight>
                  </a:endParaRPr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4F61E1B9-CB0F-D44D-884D-D86F9E221FE6}"/>
                    </a:ext>
                  </a:extLst>
                </p:cNvPr>
                <p:cNvSpPr/>
                <p:nvPr/>
              </p:nvSpPr>
              <p:spPr>
                <a:xfrm>
                  <a:off x="1574067" y="1018903"/>
                  <a:ext cx="160027" cy="160020"/>
                </a:xfrm>
                <a:custGeom>
                  <a:avLst/>
                  <a:gdLst>
                    <a:gd name="connsiteX0" fmla="*/ 78384 w 160027"/>
                    <a:gd name="connsiteY0" fmla="*/ 94706 h 160020"/>
                    <a:gd name="connsiteX1" fmla="*/ 78384 w 160027"/>
                    <a:gd name="connsiteY1" fmla="*/ 94706 h 160020"/>
                    <a:gd name="connsiteX2" fmla="*/ 45727 w 160027"/>
                    <a:gd name="connsiteY2" fmla="*/ 84908 h 160020"/>
                    <a:gd name="connsiteX3" fmla="*/ 6539 w 160027"/>
                    <a:gd name="connsiteY3" fmla="*/ 35923 h 160020"/>
                    <a:gd name="connsiteX4" fmla="*/ 16336 w 160027"/>
                    <a:gd name="connsiteY4" fmla="*/ 13063 h 160020"/>
                    <a:gd name="connsiteX5" fmla="*/ 32664 w 160027"/>
                    <a:gd name="connsiteY5" fmla="*/ 9797 h 160020"/>
                    <a:gd name="connsiteX6" fmla="*/ 65322 w 160027"/>
                    <a:gd name="connsiteY6" fmla="*/ 22860 h 160020"/>
                    <a:gd name="connsiteX7" fmla="*/ 75119 w 160027"/>
                    <a:gd name="connsiteY7" fmla="*/ 26126 h 160020"/>
                    <a:gd name="connsiteX8" fmla="*/ 84916 w 160027"/>
                    <a:gd name="connsiteY8" fmla="*/ 42454 h 160020"/>
                    <a:gd name="connsiteX9" fmla="*/ 78384 w 160027"/>
                    <a:gd name="connsiteY9" fmla="*/ 94706 h 160020"/>
                    <a:gd name="connsiteX10" fmla="*/ 94713 w 160027"/>
                    <a:gd name="connsiteY10" fmla="*/ 107768 h 160020"/>
                    <a:gd name="connsiteX11" fmla="*/ 140433 w 160027"/>
                    <a:gd name="connsiteY11" fmla="*/ 97971 h 160020"/>
                    <a:gd name="connsiteX12" fmla="*/ 153496 w 160027"/>
                    <a:gd name="connsiteY12" fmla="*/ 71846 h 160020"/>
                    <a:gd name="connsiteX13" fmla="*/ 160027 w 160027"/>
                    <a:gd name="connsiteY13" fmla="*/ 32657 h 160020"/>
                    <a:gd name="connsiteX14" fmla="*/ 146964 w 160027"/>
                    <a:gd name="connsiteY14" fmla="*/ 3266 h 160020"/>
                    <a:gd name="connsiteX15" fmla="*/ 130636 w 160027"/>
                    <a:gd name="connsiteY15" fmla="*/ 0 h 160020"/>
                    <a:gd name="connsiteX16" fmla="*/ 107776 w 160027"/>
                    <a:gd name="connsiteY16" fmla="*/ 19594 h 160020"/>
                    <a:gd name="connsiteX17" fmla="*/ 104510 w 160027"/>
                    <a:gd name="connsiteY17" fmla="*/ 35923 h 160020"/>
                    <a:gd name="connsiteX18" fmla="*/ 75119 w 160027"/>
                    <a:gd name="connsiteY18" fmla="*/ 78377 h 160020"/>
                    <a:gd name="connsiteX19" fmla="*/ 55524 w 160027"/>
                    <a:gd name="connsiteY19" fmla="*/ 104503 h 160020"/>
                    <a:gd name="connsiteX20" fmla="*/ 48993 w 160027"/>
                    <a:gd name="connsiteY20" fmla="*/ 117566 h 160020"/>
                    <a:gd name="connsiteX21" fmla="*/ 29399 w 160027"/>
                    <a:gd name="connsiteY21" fmla="*/ 133894 h 160020"/>
                    <a:gd name="connsiteX22" fmla="*/ 19602 w 160027"/>
                    <a:gd name="connsiteY22" fmla="*/ 146957 h 160020"/>
                    <a:gd name="connsiteX23" fmla="*/ 7 w 160027"/>
                    <a:gd name="connsiteY23" fmla="*/ 160020 h 160020"/>
                    <a:gd name="connsiteX24" fmla="*/ 13070 w 160027"/>
                    <a:gd name="connsiteY24" fmla="*/ 146957 h 16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60027" h="160020">
                      <a:moveTo>
                        <a:pt x="78384" y="94706"/>
                      </a:moveTo>
                      <a:lnTo>
                        <a:pt x="78384" y="94706"/>
                      </a:lnTo>
                      <a:cubicBezTo>
                        <a:pt x="67498" y="91440"/>
                        <a:pt x="55256" y="91102"/>
                        <a:pt x="45727" y="84908"/>
                      </a:cubicBezTo>
                      <a:cubicBezTo>
                        <a:pt x="15887" y="65512"/>
                        <a:pt x="16136" y="59917"/>
                        <a:pt x="6539" y="35923"/>
                      </a:cubicBezTo>
                      <a:cubicBezTo>
                        <a:pt x="9805" y="28303"/>
                        <a:pt x="10474" y="18925"/>
                        <a:pt x="16336" y="13063"/>
                      </a:cubicBezTo>
                      <a:cubicBezTo>
                        <a:pt x="20261" y="9138"/>
                        <a:pt x="27221" y="8708"/>
                        <a:pt x="32664" y="9797"/>
                      </a:cubicBezTo>
                      <a:cubicBezTo>
                        <a:pt x="44161" y="12096"/>
                        <a:pt x="54379" y="18651"/>
                        <a:pt x="65322" y="22860"/>
                      </a:cubicBezTo>
                      <a:cubicBezTo>
                        <a:pt x="68535" y="24096"/>
                        <a:pt x="71853" y="25037"/>
                        <a:pt x="75119" y="26126"/>
                      </a:cubicBezTo>
                      <a:cubicBezTo>
                        <a:pt x="78385" y="31569"/>
                        <a:pt x="84129" y="36156"/>
                        <a:pt x="84916" y="42454"/>
                      </a:cubicBezTo>
                      <a:cubicBezTo>
                        <a:pt x="86655" y="56368"/>
                        <a:pt x="81466" y="79299"/>
                        <a:pt x="78384" y="94706"/>
                      </a:cubicBezTo>
                      <a:cubicBezTo>
                        <a:pt x="83827" y="99060"/>
                        <a:pt x="87878" y="106401"/>
                        <a:pt x="94713" y="107768"/>
                      </a:cubicBezTo>
                      <a:cubicBezTo>
                        <a:pt x="116144" y="112054"/>
                        <a:pt x="124736" y="105820"/>
                        <a:pt x="140433" y="97971"/>
                      </a:cubicBezTo>
                      <a:cubicBezTo>
                        <a:pt x="144787" y="89263"/>
                        <a:pt x="150698" y="81172"/>
                        <a:pt x="153496" y="71846"/>
                      </a:cubicBezTo>
                      <a:cubicBezTo>
                        <a:pt x="157301" y="59161"/>
                        <a:pt x="160027" y="32657"/>
                        <a:pt x="160027" y="32657"/>
                      </a:cubicBezTo>
                      <a:cubicBezTo>
                        <a:pt x="157889" y="19828"/>
                        <a:pt x="160128" y="9848"/>
                        <a:pt x="146964" y="3266"/>
                      </a:cubicBezTo>
                      <a:cubicBezTo>
                        <a:pt x="142000" y="784"/>
                        <a:pt x="136079" y="1089"/>
                        <a:pt x="130636" y="0"/>
                      </a:cubicBezTo>
                      <a:cubicBezTo>
                        <a:pt x="123016" y="6531"/>
                        <a:pt x="113679" y="11477"/>
                        <a:pt x="107776" y="19594"/>
                      </a:cubicBezTo>
                      <a:cubicBezTo>
                        <a:pt x="104511" y="24083"/>
                        <a:pt x="106645" y="30799"/>
                        <a:pt x="104510" y="35923"/>
                      </a:cubicBezTo>
                      <a:cubicBezTo>
                        <a:pt x="95732" y="56989"/>
                        <a:pt x="88828" y="60929"/>
                        <a:pt x="75119" y="78377"/>
                      </a:cubicBezTo>
                      <a:cubicBezTo>
                        <a:pt x="68393" y="86937"/>
                        <a:pt x="61562" y="95445"/>
                        <a:pt x="55524" y="104503"/>
                      </a:cubicBezTo>
                      <a:cubicBezTo>
                        <a:pt x="52824" y="108554"/>
                        <a:pt x="52227" y="113927"/>
                        <a:pt x="48993" y="117566"/>
                      </a:cubicBezTo>
                      <a:cubicBezTo>
                        <a:pt x="43345" y="123920"/>
                        <a:pt x="35411" y="127882"/>
                        <a:pt x="29399" y="133894"/>
                      </a:cubicBezTo>
                      <a:cubicBezTo>
                        <a:pt x="25550" y="137743"/>
                        <a:pt x="23898" y="143615"/>
                        <a:pt x="19602" y="146957"/>
                      </a:cubicBezTo>
                      <a:cubicBezTo>
                        <a:pt x="-967" y="162955"/>
                        <a:pt x="7" y="148600"/>
                        <a:pt x="7" y="160020"/>
                      </a:cubicBezTo>
                      <a:lnTo>
                        <a:pt x="13070" y="146957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493AFC9-10C1-DCBF-9673-5C22B198877D}"/>
                </a:ext>
              </a:extLst>
            </p:cNvPr>
            <p:cNvSpPr/>
            <p:nvPr/>
          </p:nvSpPr>
          <p:spPr>
            <a:xfrm>
              <a:off x="1582406" y="627087"/>
              <a:ext cx="191407" cy="427332"/>
            </a:xfrm>
            <a:custGeom>
              <a:avLst/>
              <a:gdLst>
                <a:gd name="connsiteX0" fmla="*/ 84964 w 191407"/>
                <a:gd name="connsiteY0" fmla="*/ 0 h 427332"/>
                <a:gd name="connsiteX1" fmla="*/ 191407 w 191407"/>
                <a:gd name="connsiteY1" fmla="*/ 213666 h 427332"/>
                <a:gd name="connsiteX2" fmla="*/ 84964 w 191407"/>
                <a:gd name="connsiteY2" fmla="*/ 427332 h 427332"/>
                <a:gd name="connsiteX3" fmla="*/ 9697 w 191407"/>
                <a:gd name="connsiteY3" fmla="*/ 364751 h 427332"/>
                <a:gd name="connsiteX4" fmla="*/ 0 w 191407"/>
                <a:gd name="connsiteY4" fmla="*/ 335879 h 427332"/>
                <a:gd name="connsiteX5" fmla="*/ 47712 w 191407"/>
                <a:gd name="connsiteY5" fmla="*/ 335879 h 427332"/>
                <a:gd name="connsiteX6" fmla="*/ 51287 w 191407"/>
                <a:gd name="connsiteY6" fmla="*/ 335157 h 427332"/>
                <a:gd name="connsiteX7" fmla="*/ 64249 w 191407"/>
                <a:gd name="connsiteY7" fmla="*/ 361502 h 427332"/>
                <a:gd name="connsiteX8" fmla="*/ 84965 w 191407"/>
                <a:gd name="connsiteY8" fmla="*/ 374111 h 427332"/>
                <a:gd name="connsiteX9" fmla="*/ 138187 w 191407"/>
                <a:gd name="connsiteY9" fmla="*/ 213666 h 427332"/>
                <a:gd name="connsiteX10" fmla="*/ 84965 w 191407"/>
                <a:gd name="connsiteY10" fmla="*/ 53221 h 427332"/>
                <a:gd name="connsiteX11" fmla="*/ 64249 w 191407"/>
                <a:gd name="connsiteY11" fmla="*/ 65830 h 427332"/>
                <a:gd name="connsiteX12" fmla="*/ 63063 w 191407"/>
                <a:gd name="connsiteY12" fmla="*/ 68240 h 427332"/>
                <a:gd name="connsiteX13" fmla="*/ 47712 w 191407"/>
                <a:gd name="connsiteY13" fmla="*/ 65141 h 427332"/>
                <a:gd name="connsiteX14" fmla="*/ 8838 w 191407"/>
                <a:gd name="connsiteY14" fmla="*/ 65141 h 427332"/>
                <a:gd name="connsiteX15" fmla="*/ 9697 w 191407"/>
                <a:gd name="connsiteY15" fmla="*/ 62582 h 427332"/>
                <a:gd name="connsiteX16" fmla="*/ 84964 w 191407"/>
                <a:gd name="connsiteY16" fmla="*/ 0 h 4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407" h="427332">
                  <a:moveTo>
                    <a:pt x="84964" y="0"/>
                  </a:moveTo>
                  <a:cubicBezTo>
                    <a:pt x="143751" y="0"/>
                    <a:pt x="191407" y="95662"/>
                    <a:pt x="191407" y="213666"/>
                  </a:cubicBezTo>
                  <a:cubicBezTo>
                    <a:pt x="191407" y="331670"/>
                    <a:pt x="143751" y="427332"/>
                    <a:pt x="84964" y="427332"/>
                  </a:cubicBezTo>
                  <a:cubicBezTo>
                    <a:pt x="55571" y="427332"/>
                    <a:pt x="28960" y="403417"/>
                    <a:pt x="9697" y="364751"/>
                  </a:cubicBezTo>
                  <a:lnTo>
                    <a:pt x="0" y="335879"/>
                  </a:lnTo>
                  <a:lnTo>
                    <a:pt x="47712" y="335879"/>
                  </a:lnTo>
                  <a:lnTo>
                    <a:pt x="51287" y="335157"/>
                  </a:lnTo>
                  <a:lnTo>
                    <a:pt x="64249" y="361502"/>
                  </a:lnTo>
                  <a:cubicBezTo>
                    <a:pt x="70616" y="369621"/>
                    <a:pt x="77617" y="374111"/>
                    <a:pt x="84965" y="374111"/>
                  </a:cubicBezTo>
                  <a:cubicBezTo>
                    <a:pt x="114359" y="374111"/>
                    <a:pt x="138187" y="302277"/>
                    <a:pt x="138187" y="213666"/>
                  </a:cubicBezTo>
                  <a:cubicBezTo>
                    <a:pt x="138187" y="125055"/>
                    <a:pt x="114359" y="53221"/>
                    <a:pt x="84965" y="53221"/>
                  </a:cubicBezTo>
                  <a:cubicBezTo>
                    <a:pt x="77617" y="53221"/>
                    <a:pt x="70616" y="57711"/>
                    <a:pt x="64249" y="65830"/>
                  </a:cubicBezTo>
                  <a:lnTo>
                    <a:pt x="63063" y="68240"/>
                  </a:lnTo>
                  <a:lnTo>
                    <a:pt x="47712" y="65141"/>
                  </a:lnTo>
                  <a:lnTo>
                    <a:pt x="8838" y="65141"/>
                  </a:lnTo>
                  <a:lnTo>
                    <a:pt x="9697" y="62582"/>
                  </a:lnTo>
                  <a:cubicBezTo>
                    <a:pt x="28960" y="23916"/>
                    <a:pt x="55571" y="0"/>
                    <a:pt x="84964" y="0"/>
                  </a:cubicBezTo>
                  <a:close/>
                </a:path>
              </a:pathLst>
            </a:custGeom>
            <a:gradFill flip="none" rotWithShape="1">
              <a:gsLst>
                <a:gs pos="55000">
                  <a:schemeClr val="bg1">
                    <a:lumMod val="50000"/>
                  </a:schemeClr>
                </a:gs>
                <a:gs pos="29000">
                  <a:schemeClr val="bg2">
                    <a:lumMod val="10000"/>
                  </a:schemeClr>
                </a:gs>
                <a:gs pos="94495">
                  <a:schemeClr val="tx1">
                    <a:lumMod val="95000"/>
                    <a:lumOff val="5000"/>
                  </a:schemeClr>
                </a:gs>
                <a:gs pos="0">
                  <a:schemeClr val="tx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6D880B8-FC28-DC02-6E1D-5ACAE97723C2}"/>
              </a:ext>
            </a:extLst>
          </p:cNvPr>
          <p:cNvGrpSpPr/>
          <p:nvPr/>
        </p:nvGrpSpPr>
        <p:grpSpPr>
          <a:xfrm>
            <a:off x="3176996" y="627087"/>
            <a:ext cx="1526829" cy="4948467"/>
            <a:chOff x="3176996" y="627087"/>
            <a:chExt cx="1526829" cy="4948467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5EBB4118-DFF5-6117-676B-10B32E45A66E}"/>
                </a:ext>
              </a:extLst>
            </p:cNvPr>
            <p:cNvGrpSpPr/>
            <p:nvPr/>
          </p:nvGrpSpPr>
          <p:grpSpPr>
            <a:xfrm>
              <a:off x="3176996" y="1028073"/>
              <a:ext cx="1526829" cy="4547481"/>
              <a:chOff x="3176996" y="430921"/>
              <a:chExt cx="1526829" cy="4547481"/>
            </a:xfrm>
            <a:effectLst>
              <a:reflection blurRad="76200" stA="47000" endPos="28000" dist="203200" dir="5400000" sy="-100000" algn="bl" rotWithShape="0"/>
            </a:effectLst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CE1547B-2C90-E3FC-EDB0-8B7277D23F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25890" y="2138809"/>
                <a:ext cx="14521" cy="1170000"/>
              </a:xfrm>
              <a:prstGeom prst="line">
                <a:avLst/>
              </a:prstGeom>
              <a:ln>
                <a:solidFill>
                  <a:schemeClr val="bg1">
                    <a:alpha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2F86E6B-6709-8AA3-A01F-763D49212820}"/>
                  </a:ext>
                </a:extLst>
              </p:cNvPr>
              <p:cNvSpPr/>
              <p:nvPr/>
            </p:nvSpPr>
            <p:spPr>
              <a:xfrm rot="8100000">
                <a:off x="3439518" y="1102827"/>
                <a:ext cx="1001786" cy="1001786"/>
              </a:xfrm>
              <a:custGeom>
                <a:avLst/>
                <a:gdLst>
                  <a:gd name="connsiteX0" fmla="*/ 163944 w 1001786"/>
                  <a:gd name="connsiteY0" fmla="*/ 886341 h 1001786"/>
                  <a:gd name="connsiteX1" fmla="*/ 234042 w 1001786"/>
                  <a:gd name="connsiteY1" fmla="*/ 886341 h 1001786"/>
                  <a:gd name="connsiteX2" fmla="*/ 234042 w 1001786"/>
                  <a:gd name="connsiteY2" fmla="*/ 816243 h 1001786"/>
                  <a:gd name="connsiteX3" fmla="*/ 163944 w 1001786"/>
                  <a:gd name="connsiteY3" fmla="*/ 816243 h 1001786"/>
                  <a:gd name="connsiteX4" fmla="*/ 163944 w 1001786"/>
                  <a:gd name="connsiteY4" fmla="*/ 886341 h 1001786"/>
                  <a:gd name="connsiteX5" fmla="*/ 121158 w 1001786"/>
                  <a:gd name="connsiteY5" fmla="*/ 880628 h 1001786"/>
                  <a:gd name="connsiteX6" fmla="*/ 0 w 1001786"/>
                  <a:gd name="connsiteY6" fmla="*/ 588129 h 1001786"/>
                  <a:gd name="connsiteX7" fmla="*/ 413657 w 1001786"/>
                  <a:gd name="connsiteY7" fmla="*/ 174472 h 1001786"/>
                  <a:gd name="connsiteX8" fmla="*/ 1001786 w 1001786"/>
                  <a:gd name="connsiteY8" fmla="*/ 0 h 1001786"/>
                  <a:gd name="connsiteX9" fmla="*/ 827314 w 1001786"/>
                  <a:gd name="connsiteY9" fmla="*/ 588129 h 1001786"/>
                  <a:gd name="connsiteX10" fmla="*/ 413657 w 1001786"/>
                  <a:gd name="connsiteY10" fmla="*/ 1001786 h 1001786"/>
                  <a:gd name="connsiteX11" fmla="*/ 121158 w 1001786"/>
                  <a:gd name="connsiteY11" fmla="*/ 880628 h 1001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1786" h="1001786">
                    <a:moveTo>
                      <a:pt x="163944" y="886341"/>
                    </a:moveTo>
                    <a:cubicBezTo>
                      <a:pt x="183301" y="905698"/>
                      <a:pt x="214685" y="905698"/>
                      <a:pt x="234042" y="886341"/>
                    </a:cubicBezTo>
                    <a:cubicBezTo>
                      <a:pt x="253399" y="866984"/>
                      <a:pt x="253399" y="835600"/>
                      <a:pt x="234042" y="816243"/>
                    </a:cubicBezTo>
                    <a:cubicBezTo>
                      <a:pt x="214685" y="796886"/>
                      <a:pt x="183301" y="796886"/>
                      <a:pt x="163944" y="816243"/>
                    </a:cubicBezTo>
                    <a:cubicBezTo>
                      <a:pt x="144587" y="835600"/>
                      <a:pt x="144587" y="866984"/>
                      <a:pt x="163944" y="886341"/>
                    </a:cubicBezTo>
                    <a:close/>
                    <a:moveTo>
                      <a:pt x="121158" y="880628"/>
                    </a:moveTo>
                    <a:cubicBezTo>
                      <a:pt x="46300" y="805771"/>
                      <a:pt x="0" y="702357"/>
                      <a:pt x="0" y="588129"/>
                    </a:cubicBezTo>
                    <a:cubicBezTo>
                      <a:pt x="0" y="359673"/>
                      <a:pt x="185201" y="174472"/>
                      <a:pt x="413657" y="174472"/>
                    </a:cubicBezTo>
                    <a:cubicBezTo>
                      <a:pt x="609700" y="174472"/>
                      <a:pt x="805743" y="116315"/>
                      <a:pt x="1001786" y="0"/>
                    </a:cubicBezTo>
                    <a:cubicBezTo>
                      <a:pt x="885471" y="196043"/>
                      <a:pt x="827314" y="392086"/>
                      <a:pt x="827314" y="588129"/>
                    </a:cubicBezTo>
                    <a:cubicBezTo>
                      <a:pt x="827314" y="816585"/>
                      <a:pt x="642113" y="1001786"/>
                      <a:pt x="413657" y="1001786"/>
                    </a:cubicBezTo>
                    <a:cubicBezTo>
                      <a:pt x="299429" y="1001786"/>
                      <a:pt x="196015" y="955486"/>
                      <a:pt x="121158" y="880628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78E1D8B-06AE-2DAB-C087-0D1C1ADFAACC}"/>
                  </a:ext>
                </a:extLst>
              </p:cNvPr>
              <p:cNvGrpSpPr/>
              <p:nvPr/>
            </p:nvGrpSpPr>
            <p:grpSpPr>
              <a:xfrm>
                <a:off x="3176996" y="3022602"/>
                <a:ext cx="1526829" cy="1955800"/>
                <a:chOff x="1116185" y="2848429"/>
                <a:chExt cx="1526829" cy="1955800"/>
              </a:xfrm>
            </p:grpSpPr>
            <p:sp>
              <p:nvSpPr>
                <p:cNvPr id="20" name="Right Brace 19">
                  <a:extLst>
                    <a:ext uri="{FF2B5EF4-FFF2-40B4-BE49-F238E27FC236}">
                      <a16:creationId xmlns:a16="http://schemas.microsoft.com/office/drawing/2014/main" id="{A15FFF52-345A-6141-7515-1771B1E16604}"/>
                    </a:ext>
                  </a:extLst>
                </p:cNvPr>
                <p:cNvSpPr/>
                <p:nvPr/>
              </p:nvSpPr>
              <p:spPr>
                <a:xfrm rot="16200000">
                  <a:off x="1589314" y="2375300"/>
                  <a:ext cx="580571" cy="1526829"/>
                </a:xfrm>
                <a:prstGeom prst="rightBrace">
                  <a:avLst>
                    <a:gd name="adj1" fmla="val 20833"/>
                    <a:gd name="adj2" fmla="val 49049"/>
                  </a:avLst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Rectangle: Top Corners Rounded 20">
                  <a:extLst>
                    <a:ext uri="{FF2B5EF4-FFF2-40B4-BE49-F238E27FC236}">
                      <a16:creationId xmlns:a16="http://schemas.microsoft.com/office/drawing/2014/main" id="{0778D16A-56A6-E41F-97B0-BAE6BB89092B}"/>
                    </a:ext>
                  </a:extLst>
                </p:cNvPr>
                <p:cNvSpPr/>
                <p:nvPr/>
              </p:nvSpPr>
              <p:spPr>
                <a:xfrm>
                  <a:off x="1116185" y="3429000"/>
                  <a:ext cx="1526829" cy="1375229"/>
                </a:xfrm>
                <a:prstGeom prst="round2SameRect">
                  <a:avLst>
                    <a:gd name="adj1" fmla="val 0"/>
                    <a:gd name="adj2" fmla="val 8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C22530A-971D-D68A-689F-80B54AF28421}"/>
                  </a:ext>
                </a:extLst>
              </p:cNvPr>
              <p:cNvSpPr/>
              <p:nvPr/>
            </p:nvSpPr>
            <p:spPr>
              <a:xfrm>
                <a:off x="3834545" y="2567270"/>
                <a:ext cx="211730" cy="21173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CE42A00-275D-DD9C-0E4D-A9625C6B4D74}"/>
                  </a:ext>
                </a:extLst>
              </p:cNvPr>
              <p:cNvSpPr txBox="1"/>
              <p:nvPr/>
            </p:nvSpPr>
            <p:spPr>
              <a:xfrm>
                <a:off x="3558702" y="1282839"/>
                <a:ext cx="763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2060"/>
                    </a:solidFill>
                  </a:rPr>
                  <a:t>02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105A3D2-FF03-B1FD-2013-D4719330C167}"/>
                  </a:ext>
                </a:extLst>
              </p:cNvPr>
              <p:cNvSpPr txBox="1"/>
              <p:nvPr/>
            </p:nvSpPr>
            <p:spPr>
              <a:xfrm>
                <a:off x="3300544" y="3607657"/>
                <a:ext cx="117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TITLE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874FD3C-901A-054A-6483-96E64D1EEAD7}"/>
                  </a:ext>
                </a:extLst>
              </p:cNvPr>
              <p:cNvSpPr txBox="1"/>
              <p:nvPr/>
            </p:nvSpPr>
            <p:spPr>
              <a:xfrm>
                <a:off x="3201053" y="3943317"/>
                <a:ext cx="1410129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>
                        <a:lumMod val="50000"/>
                      </a:schemeClr>
                    </a:solidFill>
                  </a:rPr>
                  <a:t>Lorem ipsum dolor sit amet, consectetuer adipiscing elit. </a:t>
                </a:r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A215CE0B-D7A6-0B9E-8FD8-55726FAD29B2}"/>
                  </a:ext>
                </a:extLst>
              </p:cNvPr>
              <p:cNvGrpSpPr/>
              <p:nvPr/>
            </p:nvGrpSpPr>
            <p:grpSpPr>
              <a:xfrm>
                <a:off x="3805530" y="430921"/>
                <a:ext cx="160027" cy="748002"/>
                <a:chOff x="1574067" y="430921"/>
                <a:chExt cx="160027" cy="748002"/>
              </a:xfrm>
            </p:grpSpPr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DA2D1D4D-13BA-D35F-8620-A028B0D89230}"/>
                    </a:ext>
                  </a:extLst>
                </p:cNvPr>
                <p:cNvSpPr/>
                <p:nvPr/>
              </p:nvSpPr>
              <p:spPr>
                <a:xfrm>
                  <a:off x="1650672" y="430921"/>
                  <a:ext cx="45719" cy="685952"/>
                </a:xfrm>
                <a:custGeom>
                  <a:avLst/>
                  <a:gdLst>
                    <a:gd name="connsiteX0" fmla="*/ 1778 w 25808"/>
                    <a:gd name="connsiteY0" fmla="*/ 1116874 h 1116874"/>
                    <a:gd name="connsiteX1" fmla="*/ 1778 w 25808"/>
                    <a:gd name="connsiteY1" fmla="*/ 1116874 h 1116874"/>
                    <a:gd name="connsiteX2" fmla="*/ 8310 w 25808"/>
                    <a:gd name="connsiteY2" fmla="*/ 826226 h 1116874"/>
                    <a:gd name="connsiteX3" fmla="*/ 11576 w 25808"/>
                    <a:gd name="connsiteY3" fmla="*/ 809897 h 1116874"/>
                    <a:gd name="connsiteX4" fmla="*/ 14841 w 25808"/>
                    <a:gd name="connsiteY4" fmla="*/ 682534 h 1116874"/>
                    <a:gd name="connsiteX5" fmla="*/ 21373 w 25808"/>
                    <a:gd name="connsiteY5" fmla="*/ 591094 h 1116874"/>
                    <a:gd name="connsiteX6" fmla="*/ 24638 w 25808"/>
                    <a:gd name="connsiteY6" fmla="*/ 476794 h 1116874"/>
                    <a:gd name="connsiteX7" fmla="*/ 11576 w 25808"/>
                    <a:gd name="connsiteY7" fmla="*/ 91440 h 1116874"/>
                    <a:gd name="connsiteX8" fmla="*/ 8310 w 25808"/>
                    <a:gd name="connsiteY8" fmla="*/ 0 h 1116874"/>
                    <a:gd name="connsiteX9" fmla="*/ 8310 w 25808"/>
                    <a:gd name="connsiteY9" fmla="*/ 0 h 1116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808" h="1116874">
                      <a:moveTo>
                        <a:pt x="1778" y="1116874"/>
                      </a:moveTo>
                      <a:lnTo>
                        <a:pt x="1778" y="1116874"/>
                      </a:lnTo>
                      <a:cubicBezTo>
                        <a:pt x="2279" y="1076298"/>
                        <a:pt x="-5609" y="916690"/>
                        <a:pt x="8310" y="826226"/>
                      </a:cubicBezTo>
                      <a:cubicBezTo>
                        <a:pt x="9154" y="820740"/>
                        <a:pt x="10487" y="815340"/>
                        <a:pt x="11576" y="809897"/>
                      </a:cubicBezTo>
                      <a:cubicBezTo>
                        <a:pt x="12664" y="767443"/>
                        <a:pt x="13472" y="724980"/>
                        <a:pt x="14841" y="682534"/>
                      </a:cubicBezTo>
                      <a:cubicBezTo>
                        <a:pt x="17269" y="607275"/>
                        <a:pt x="13431" y="630801"/>
                        <a:pt x="21373" y="591094"/>
                      </a:cubicBezTo>
                      <a:cubicBezTo>
                        <a:pt x="22461" y="552994"/>
                        <a:pt x="24912" y="514909"/>
                        <a:pt x="24638" y="476794"/>
                      </a:cubicBezTo>
                      <a:cubicBezTo>
                        <a:pt x="23656" y="340276"/>
                        <a:pt x="32904" y="219437"/>
                        <a:pt x="11576" y="91440"/>
                      </a:cubicBezTo>
                      <a:cubicBezTo>
                        <a:pt x="8013" y="13069"/>
                        <a:pt x="8310" y="43567"/>
                        <a:pt x="8310" y="0"/>
                      </a:cubicBezTo>
                      <a:lnTo>
                        <a:pt x="831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2DA10E50-249B-1AF9-ECBC-C74F746A0112}"/>
                    </a:ext>
                  </a:extLst>
                </p:cNvPr>
                <p:cNvSpPr/>
                <p:nvPr/>
              </p:nvSpPr>
              <p:spPr>
                <a:xfrm>
                  <a:off x="1574067" y="1018903"/>
                  <a:ext cx="160027" cy="160020"/>
                </a:xfrm>
                <a:custGeom>
                  <a:avLst/>
                  <a:gdLst>
                    <a:gd name="connsiteX0" fmla="*/ 78384 w 160027"/>
                    <a:gd name="connsiteY0" fmla="*/ 94706 h 160020"/>
                    <a:gd name="connsiteX1" fmla="*/ 78384 w 160027"/>
                    <a:gd name="connsiteY1" fmla="*/ 94706 h 160020"/>
                    <a:gd name="connsiteX2" fmla="*/ 45727 w 160027"/>
                    <a:gd name="connsiteY2" fmla="*/ 84908 h 160020"/>
                    <a:gd name="connsiteX3" fmla="*/ 6539 w 160027"/>
                    <a:gd name="connsiteY3" fmla="*/ 35923 h 160020"/>
                    <a:gd name="connsiteX4" fmla="*/ 16336 w 160027"/>
                    <a:gd name="connsiteY4" fmla="*/ 13063 h 160020"/>
                    <a:gd name="connsiteX5" fmla="*/ 32664 w 160027"/>
                    <a:gd name="connsiteY5" fmla="*/ 9797 h 160020"/>
                    <a:gd name="connsiteX6" fmla="*/ 65322 w 160027"/>
                    <a:gd name="connsiteY6" fmla="*/ 22860 h 160020"/>
                    <a:gd name="connsiteX7" fmla="*/ 75119 w 160027"/>
                    <a:gd name="connsiteY7" fmla="*/ 26126 h 160020"/>
                    <a:gd name="connsiteX8" fmla="*/ 84916 w 160027"/>
                    <a:gd name="connsiteY8" fmla="*/ 42454 h 160020"/>
                    <a:gd name="connsiteX9" fmla="*/ 78384 w 160027"/>
                    <a:gd name="connsiteY9" fmla="*/ 94706 h 160020"/>
                    <a:gd name="connsiteX10" fmla="*/ 94713 w 160027"/>
                    <a:gd name="connsiteY10" fmla="*/ 107768 h 160020"/>
                    <a:gd name="connsiteX11" fmla="*/ 140433 w 160027"/>
                    <a:gd name="connsiteY11" fmla="*/ 97971 h 160020"/>
                    <a:gd name="connsiteX12" fmla="*/ 153496 w 160027"/>
                    <a:gd name="connsiteY12" fmla="*/ 71846 h 160020"/>
                    <a:gd name="connsiteX13" fmla="*/ 160027 w 160027"/>
                    <a:gd name="connsiteY13" fmla="*/ 32657 h 160020"/>
                    <a:gd name="connsiteX14" fmla="*/ 146964 w 160027"/>
                    <a:gd name="connsiteY14" fmla="*/ 3266 h 160020"/>
                    <a:gd name="connsiteX15" fmla="*/ 130636 w 160027"/>
                    <a:gd name="connsiteY15" fmla="*/ 0 h 160020"/>
                    <a:gd name="connsiteX16" fmla="*/ 107776 w 160027"/>
                    <a:gd name="connsiteY16" fmla="*/ 19594 h 160020"/>
                    <a:gd name="connsiteX17" fmla="*/ 104510 w 160027"/>
                    <a:gd name="connsiteY17" fmla="*/ 35923 h 160020"/>
                    <a:gd name="connsiteX18" fmla="*/ 75119 w 160027"/>
                    <a:gd name="connsiteY18" fmla="*/ 78377 h 160020"/>
                    <a:gd name="connsiteX19" fmla="*/ 55524 w 160027"/>
                    <a:gd name="connsiteY19" fmla="*/ 104503 h 160020"/>
                    <a:gd name="connsiteX20" fmla="*/ 48993 w 160027"/>
                    <a:gd name="connsiteY20" fmla="*/ 117566 h 160020"/>
                    <a:gd name="connsiteX21" fmla="*/ 29399 w 160027"/>
                    <a:gd name="connsiteY21" fmla="*/ 133894 h 160020"/>
                    <a:gd name="connsiteX22" fmla="*/ 19602 w 160027"/>
                    <a:gd name="connsiteY22" fmla="*/ 146957 h 160020"/>
                    <a:gd name="connsiteX23" fmla="*/ 7 w 160027"/>
                    <a:gd name="connsiteY23" fmla="*/ 160020 h 160020"/>
                    <a:gd name="connsiteX24" fmla="*/ 13070 w 160027"/>
                    <a:gd name="connsiteY24" fmla="*/ 146957 h 16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60027" h="160020">
                      <a:moveTo>
                        <a:pt x="78384" y="94706"/>
                      </a:moveTo>
                      <a:lnTo>
                        <a:pt x="78384" y="94706"/>
                      </a:lnTo>
                      <a:cubicBezTo>
                        <a:pt x="67498" y="91440"/>
                        <a:pt x="55256" y="91102"/>
                        <a:pt x="45727" y="84908"/>
                      </a:cubicBezTo>
                      <a:cubicBezTo>
                        <a:pt x="15887" y="65512"/>
                        <a:pt x="16136" y="59917"/>
                        <a:pt x="6539" y="35923"/>
                      </a:cubicBezTo>
                      <a:cubicBezTo>
                        <a:pt x="9805" y="28303"/>
                        <a:pt x="10474" y="18925"/>
                        <a:pt x="16336" y="13063"/>
                      </a:cubicBezTo>
                      <a:cubicBezTo>
                        <a:pt x="20261" y="9138"/>
                        <a:pt x="27221" y="8708"/>
                        <a:pt x="32664" y="9797"/>
                      </a:cubicBezTo>
                      <a:cubicBezTo>
                        <a:pt x="44161" y="12096"/>
                        <a:pt x="54379" y="18651"/>
                        <a:pt x="65322" y="22860"/>
                      </a:cubicBezTo>
                      <a:cubicBezTo>
                        <a:pt x="68535" y="24096"/>
                        <a:pt x="71853" y="25037"/>
                        <a:pt x="75119" y="26126"/>
                      </a:cubicBezTo>
                      <a:cubicBezTo>
                        <a:pt x="78385" y="31569"/>
                        <a:pt x="84129" y="36156"/>
                        <a:pt x="84916" y="42454"/>
                      </a:cubicBezTo>
                      <a:cubicBezTo>
                        <a:pt x="86655" y="56368"/>
                        <a:pt x="81466" y="79299"/>
                        <a:pt x="78384" y="94706"/>
                      </a:cubicBezTo>
                      <a:cubicBezTo>
                        <a:pt x="83827" y="99060"/>
                        <a:pt x="87878" y="106401"/>
                        <a:pt x="94713" y="107768"/>
                      </a:cubicBezTo>
                      <a:cubicBezTo>
                        <a:pt x="116144" y="112054"/>
                        <a:pt x="124736" y="105820"/>
                        <a:pt x="140433" y="97971"/>
                      </a:cubicBezTo>
                      <a:cubicBezTo>
                        <a:pt x="144787" y="89263"/>
                        <a:pt x="150698" y="81172"/>
                        <a:pt x="153496" y="71846"/>
                      </a:cubicBezTo>
                      <a:cubicBezTo>
                        <a:pt x="157301" y="59161"/>
                        <a:pt x="160027" y="32657"/>
                        <a:pt x="160027" y="32657"/>
                      </a:cubicBezTo>
                      <a:cubicBezTo>
                        <a:pt x="157889" y="19828"/>
                        <a:pt x="160128" y="9848"/>
                        <a:pt x="146964" y="3266"/>
                      </a:cubicBezTo>
                      <a:cubicBezTo>
                        <a:pt x="142000" y="784"/>
                        <a:pt x="136079" y="1089"/>
                        <a:pt x="130636" y="0"/>
                      </a:cubicBezTo>
                      <a:cubicBezTo>
                        <a:pt x="123016" y="6531"/>
                        <a:pt x="113679" y="11477"/>
                        <a:pt x="107776" y="19594"/>
                      </a:cubicBezTo>
                      <a:cubicBezTo>
                        <a:pt x="104511" y="24083"/>
                        <a:pt x="106645" y="30799"/>
                        <a:pt x="104510" y="35923"/>
                      </a:cubicBezTo>
                      <a:cubicBezTo>
                        <a:pt x="95732" y="56989"/>
                        <a:pt x="88828" y="60929"/>
                        <a:pt x="75119" y="78377"/>
                      </a:cubicBezTo>
                      <a:cubicBezTo>
                        <a:pt x="68393" y="86937"/>
                        <a:pt x="61562" y="95445"/>
                        <a:pt x="55524" y="104503"/>
                      </a:cubicBezTo>
                      <a:cubicBezTo>
                        <a:pt x="52824" y="108554"/>
                        <a:pt x="52227" y="113927"/>
                        <a:pt x="48993" y="117566"/>
                      </a:cubicBezTo>
                      <a:cubicBezTo>
                        <a:pt x="43345" y="123920"/>
                        <a:pt x="35411" y="127882"/>
                        <a:pt x="29399" y="133894"/>
                      </a:cubicBezTo>
                      <a:cubicBezTo>
                        <a:pt x="25550" y="137743"/>
                        <a:pt x="23898" y="143615"/>
                        <a:pt x="19602" y="146957"/>
                      </a:cubicBezTo>
                      <a:cubicBezTo>
                        <a:pt x="-967" y="162955"/>
                        <a:pt x="7" y="148600"/>
                        <a:pt x="7" y="160020"/>
                      </a:cubicBezTo>
                      <a:lnTo>
                        <a:pt x="13070" y="146957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2C29227-5F98-EC52-03E8-0FC164D32E1B}"/>
                </a:ext>
              </a:extLst>
            </p:cNvPr>
            <p:cNvSpPr/>
            <p:nvPr/>
          </p:nvSpPr>
          <p:spPr>
            <a:xfrm>
              <a:off x="3787921" y="627087"/>
              <a:ext cx="191407" cy="427332"/>
            </a:xfrm>
            <a:custGeom>
              <a:avLst/>
              <a:gdLst>
                <a:gd name="connsiteX0" fmla="*/ 84964 w 191407"/>
                <a:gd name="connsiteY0" fmla="*/ 0 h 427332"/>
                <a:gd name="connsiteX1" fmla="*/ 191407 w 191407"/>
                <a:gd name="connsiteY1" fmla="*/ 213666 h 427332"/>
                <a:gd name="connsiteX2" fmla="*/ 84964 w 191407"/>
                <a:gd name="connsiteY2" fmla="*/ 427332 h 427332"/>
                <a:gd name="connsiteX3" fmla="*/ 9697 w 191407"/>
                <a:gd name="connsiteY3" fmla="*/ 364751 h 427332"/>
                <a:gd name="connsiteX4" fmla="*/ 0 w 191407"/>
                <a:gd name="connsiteY4" fmla="*/ 335879 h 427332"/>
                <a:gd name="connsiteX5" fmla="*/ 47712 w 191407"/>
                <a:gd name="connsiteY5" fmla="*/ 335879 h 427332"/>
                <a:gd name="connsiteX6" fmla="*/ 51287 w 191407"/>
                <a:gd name="connsiteY6" fmla="*/ 335157 h 427332"/>
                <a:gd name="connsiteX7" fmla="*/ 64249 w 191407"/>
                <a:gd name="connsiteY7" fmla="*/ 361502 h 427332"/>
                <a:gd name="connsiteX8" fmla="*/ 84965 w 191407"/>
                <a:gd name="connsiteY8" fmla="*/ 374111 h 427332"/>
                <a:gd name="connsiteX9" fmla="*/ 138187 w 191407"/>
                <a:gd name="connsiteY9" fmla="*/ 213666 h 427332"/>
                <a:gd name="connsiteX10" fmla="*/ 84965 w 191407"/>
                <a:gd name="connsiteY10" fmla="*/ 53221 h 427332"/>
                <a:gd name="connsiteX11" fmla="*/ 64249 w 191407"/>
                <a:gd name="connsiteY11" fmla="*/ 65830 h 427332"/>
                <a:gd name="connsiteX12" fmla="*/ 63063 w 191407"/>
                <a:gd name="connsiteY12" fmla="*/ 68240 h 427332"/>
                <a:gd name="connsiteX13" fmla="*/ 47712 w 191407"/>
                <a:gd name="connsiteY13" fmla="*/ 65141 h 427332"/>
                <a:gd name="connsiteX14" fmla="*/ 8838 w 191407"/>
                <a:gd name="connsiteY14" fmla="*/ 65141 h 427332"/>
                <a:gd name="connsiteX15" fmla="*/ 9697 w 191407"/>
                <a:gd name="connsiteY15" fmla="*/ 62582 h 427332"/>
                <a:gd name="connsiteX16" fmla="*/ 84964 w 191407"/>
                <a:gd name="connsiteY16" fmla="*/ 0 h 4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407" h="427332">
                  <a:moveTo>
                    <a:pt x="84964" y="0"/>
                  </a:moveTo>
                  <a:cubicBezTo>
                    <a:pt x="143751" y="0"/>
                    <a:pt x="191407" y="95662"/>
                    <a:pt x="191407" y="213666"/>
                  </a:cubicBezTo>
                  <a:cubicBezTo>
                    <a:pt x="191407" y="331670"/>
                    <a:pt x="143751" y="427332"/>
                    <a:pt x="84964" y="427332"/>
                  </a:cubicBezTo>
                  <a:cubicBezTo>
                    <a:pt x="55571" y="427332"/>
                    <a:pt x="28960" y="403417"/>
                    <a:pt x="9697" y="364751"/>
                  </a:cubicBezTo>
                  <a:lnTo>
                    <a:pt x="0" y="335879"/>
                  </a:lnTo>
                  <a:lnTo>
                    <a:pt x="47712" y="335879"/>
                  </a:lnTo>
                  <a:lnTo>
                    <a:pt x="51287" y="335157"/>
                  </a:lnTo>
                  <a:lnTo>
                    <a:pt x="64249" y="361502"/>
                  </a:lnTo>
                  <a:cubicBezTo>
                    <a:pt x="70616" y="369621"/>
                    <a:pt x="77617" y="374111"/>
                    <a:pt x="84965" y="374111"/>
                  </a:cubicBezTo>
                  <a:cubicBezTo>
                    <a:pt x="114359" y="374111"/>
                    <a:pt x="138187" y="302277"/>
                    <a:pt x="138187" y="213666"/>
                  </a:cubicBezTo>
                  <a:cubicBezTo>
                    <a:pt x="138187" y="125055"/>
                    <a:pt x="114359" y="53221"/>
                    <a:pt x="84965" y="53221"/>
                  </a:cubicBezTo>
                  <a:cubicBezTo>
                    <a:pt x="77617" y="53221"/>
                    <a:pt x="70616" y="57711"/>
                    <a:pt x="64249" y="65830"/>
                  </a:cubicBezTo>
                  <a:lnTo>
                    <a:pt x="63063" y="68240"/>
                  </a:lnTo>
                  <a:lnTo>
                    <a:pt x="47712" y="65141"/>
                  </a:lnTo>
                  <a:lnTo>
                    <a:pt x="8838" y="65141"/>
                  </a:lnTo>
                  <a:lnTo>
                    <a:pt x="9697" y="62582"/>
                  </a:lnTo>
                  <a:cubicBezTo>
                    <a:pt x="28960" y="23916"/>
                    <a:pt x="55571" y="0"/>
                    <a:pt x="84964" y="0"/>
                  </a:cubicBezTo>
                  <a:close/>
                </a:path>
              </a:pathLst>
            </a:custGeom>
            <a:gradFill flip="none" rotWithShape="1">
              <a:gsLst>
                <a:gs pos="55000">
                  <a:schemeClr val="bg1">
                    <a:lumMod val="50000"/>
                  </a:schemeClr>
                </a:gs>
                <a:gs pos="29000">
                  <a:schemeClr val="bg2">
                    <a:lumMod val="10000"/>
                  </a:schemeClr>
                </a:gs>
                <a:gs pos="94495">
                  <a:schemeClr val="tx1">
                    <a:lumMod val="95000"/>
                    <a:lumOff val="5000"/>
                  </a:schemeClr>
                </a:gs>
                <a:gs pos="0">
                  <a:schemeClr val="tx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FE52C36-9030-E69F-0FD8-E012FDA495F5}"/>
              </a:ext>
            </a:extLst>
          </p:cNvPr>
          <p:cNvGrpSpPr/>
          <p:nvPr/>
        </p:nvGrpSpPr>
        <p:grpSpPr>
          <a:xfrm>
            <a:off x="4809142" y="621620"/>
            <a:ext cx="1526829" cy="4948467"/>
            <a:chOff x="5448482" y="627087"/>
            <a:chExt cx="1526829" cy="4948467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1A4C39AD-C24D-CFC2-3817-6CC5D0470155}"/>
                </a:ext>
              </a:extLst>
            </p:cNvPr>
            <p:cNvGrpSpPr/>
            <p:nvPr/>
          </p:nvGrpSpPr>
          <p:grpSpPr>
            <a:xfrm>
              <a:off x="5448482" y="981286"/>
              <a:ext cx="1526829" cy="4594268"/>
              <a:chOff x="5448482" y="384134"/>
              <a:chExt cx="1526829" cy="4594268"/>
            </a:xfrm>
            <a:effectLst>
              <a:reflection blurRad="76200" stA="47000" endPos="28000" dist="203200" dir="5400000" sy="-100000" algn="bl" rotWithShape="0"/>
            </a:effectLst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6FA4954-CA5F-D802-14A6-6AA3A1AB4D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97376" y="2138809"/>
                <a:ext cx="14521" cy="1170000"/>
              </a:xfrm>
              <a:prstGeom prst="line">
                <a:avLst/>
              </a:prstGeom>
              <a:ln>
                <a:solidFill>
                  <a:schemeClr val="bg1">
                    <a:alpha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BFA190B-FBCE-43D7-C146-7D470761913F}"/>
                  </a:ext>
                </a:extLst>
              </p:cNvPr>
              <p:cNvSpPr/>
              <p:nvPr/>
            </p:nvSpPr>
            <p:spPr>
              <a:xfrm rot="8100000">
                <a:off x="5711004" y="1102827"/>
                <a:ext cx="1001786" cy="1001786"/>
              </a:xfrm>
              <a:custGeom>
                <a:avLst/>
                <a:gdLst>
                  <a:gd name="connsiteX0" fmla="*/ 129461 w 1001786"/>
                  <a:gd name="connsiteY0" fmla="*/ 851859 h 1001786"/>
                  <a:gd name="connsiteX1" fmla="*/ 199559 w 1001786"/>
                  <a:gd name="connsiteY1" fmla="*/ 851859 h 1001786"/>
                  <a:gd name="connsiteX2" fmla="*/ 199559 w 1001786"/>
                  <a:gd name="connsiteY2" fmla="*/ 781760 h 1001786"/>
                  <a:gd name="connsiteX3" fmla="*/ 129461 w 1001786"/>
                  <a:gd name="connsiteY3" fmla="*/ 781760 h 1001786"/>
                  <a:gd name="connsiteX4" fmla="*/ 129461 w 1001786"/>
                  <a:gd name="connsiteY4" fmla="*/ 851859 h 1001786"/>
                  <a:gd name="connsiteX5" fmla="*/ 121158 w 1001786"/>
                  <a:gd name="connsiteY5" fmla="*/ 880628 h 1001786"/>
                  <a:gd name="connsiteX6" fmla="*/ 0 w 1001786"/>
                  <a:gd name="connsiteY6" fmla="*/ 588129 h 1001786"/>
                  <a:gd name="connsiteX7" fmla="*/ 413657 w 1001786"/>
                  <a:gd name="connsiteY7" fmla="*/ 174472 h 1001786"/>
                  <a:gd name="connsiteX8" fmla="*/ 1001786 w 1001786"/>
                  <a:gd name="connsiteY8" fmla="*/ 0 h 1001786"/>
                  <a:gd name="connsiteX9" fmla="*/ 827314 w 1001786"/>
                  <a:gd name="connsiteY9" fmla="*/ 588129 h 1001786"/>
                  <a:gd name="connsiteX10" fmla="*/ 413657 w 1001786"/>
                  <a:gd name="connsiteY10" fmla="*/ 1001786 h 1001786"/>
                  <a:gd name="connsiteX11" fmla="*/ 121158 w 1001786"/>
                  <a:gd name="connsiteY11" fmla="*/ 880628 h 1001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1786" h="1001786">
                    <a:moveTo>
                      <a:pt x="129461" y="851859"/>
                    </a:moveTo>
                    <a:cubicBezTo>
                      <a:pt x="148818" y="871216"/>
                      <a:pt x="180202" y="871216"/>
                      <a:pt x="199559" y="851859"/>
                    </a:cubicBezTo>
                    <a:cubicBezTo>
                      <a:pt x="218916" y="832502"/>
                      <a:pt x="218916" y="801117"/>
                      <a:pt x="199559" y="781760"/>
                    </a:cubicBezTo>
                    <a:cubicBezTo>
                      <a:pt x="180202" y="762403"/>
                      <a:pt x="148818" y="762403"/>
                      <a:pt x="129461" y="781760"/>
                    </a:cubicBezTo>
                    <a:cubicBezTo>
                      <a:pt x="110104" y="801117"/>
                      <a:pt x="110104" y="832502"/>
                      <a:pt x="129461" y="851859"/>
                    </a:cubicBezTo>
                    <a:close/>
                    <a:moveTo>
                      <a:pt x="121158" y="880628"/>
                    </a:moveTo>
                    <a:cubicBezTo>
                      <a:pt x="46300" y="805771"/>
                      <a:pt x="0" y="702357"/>
                      <a:pt x="0" y="588129"/>
                    </a:cubicBezTo>
                    <a:cubicBezTo>
                      <a:pt x="0" y="359673"/>
                      <a:pt x="185201" y="174472"/>
                      <a:pt x="413657" y="174472"/>
                    </a:cubicBezTo>
                    <a:cubicBezTo>
                      <a:pt x="609700" y="174472"/>
                      <a:pt x="805743" y="116315"/>
                      <a:pt x="1001786" y="0"/>
                    </a:cubicBezTo>
                    <a:cubicBezTo>
                      <a:pt x="885471" y="196043"/>
                      <a:pt x="827314" y="392086"/>
                      <a:pt x="827314" y="588129"/>
                    </a:cubicBezTo>
                    <a:cubicBezTo>
                      <a:pt x="827314" y="816585"/>
                      <a:pt x="642113" y="1001786"/>
                      <a:pt x="413657" y="1001786"/>
                    </a:cubicBezTo>
                    <a:cubicBezTo>
                      <a:pt x="299429" y="1001786"/>
                      <a:pt x="196015" y="955486"/>
                      <a:pt x="121158" y="880628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CFAF145-406C-A00F-28F5-EB8535F8ED2B}"/>
                  </a:ext>
                </a:extLst>
              </p:cNvPr>
              <p:cNvGrpSpPr/>
              <p:nvPr/>
            </p:nvGrpSpPr>
            <p:grpSpPr>
              <a:xfrm>
                <a:off x="5448482" y="3022602"/>
                <a:ext cx="1526829" cy="1955800"/>
                <a:chOff x="1116185" y="2848429"/>
                <a:chExt cx="1526829" cy="1955800"/>
              </a:xfrm>
            </p:grpSpPr>
            <p:sp>
              <p:nvSpPr>
                <p:cNvPr id="27" name="Right Brace 26">
                  <a:extLst>
                    <a:ext uri="{FF2B5EF4-FFF2-40B4-BE49-F238E27FC236}">
                      <a16:creationId xmlns:a16="http://schemas.microsoft.com/office/drawing/2014/main" id="{42EEB316-4792-4DDF-FEF3-41D0B764D652}"/>
                    </a:ext>
                  </a:extLst>
                </p:cNvPr>
                <p:cNvSpPr/>
                <p:nvPr/>
              </p:nvSpPr>
              <p:spPr>
                <a:xfrm rot="16200000">
                  <a:off x="1589314" y="2375300"/>
                  <a:ext cx="580571" cy="1526829"/>
                </a:xfrm>
                <a:prstGeom prst="rightBrace">
                  <a:avLst>
                    <a:gd name="adj1" fmla="val 20833"/>
                    <a:gd name="adj2" fmla="val 49049"/>
                  </a:avLst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: Top Corners Rounded 27">
                  <a:extLst>
                    <a:ext uri="{FF2B5EF4-FFF2-40B4-BE49-F238E27FC236}">
                      <a16:creationId xmlns:a16="http://schemas.microsoft.com/office/drawing/2014/main" id="{2291C3FF-D739-12D1-37F8-759585A5D20F}"/>
                    </a:ext>
                  </a:extLst>
                </p:cNvPr>
                <p:cNvSpPr/>
                <p:nvPr/>
              </p:nvSpPr>
              <p:spPr>
                <a:xfrm>
                  <a:off x="1116185" y="3429000"/>
                  <a:ext cx="1526829" cy="1375229"/>
                </a:xfrm>
                <a:prstGeom prst="round2SameRect">
                  <a:avLst>
                    <a:gd name="adj1" fmla="val 0"/>
                    <a:gd name="adj2" fmla="val 8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5E224E9-D8F3-DF6D-BA9A-DB95A5574672}"/>
                  </a:ext>
                </a:extLst>
              </p:cNvPr>
              <p:cNvSpPr/>
              <p:nvPr/>
            </p:nvSpPr>
            <p:spPr>
              <a:xfrm>
                <a:off x="6106031" y="2567270"/>
                <a:ext cx="211730" cy="21173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1CDAE41C-7A3C-B201-64DD-1D8964C2B3EB}"/>
                  </a:ext>
                </a:extLst>
              </p:cNvPr>
              <p:cNvSpPr txBox="1"/>
              <p:nvPr/>
            </p:nvSpPr>
            <p:spPr>
              <a:xfrm>
                <a:off x="5830188" y="1282839"/>
                <a:ext cx="763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2060"/>
                    </a:solidFill>
                  </a:rPr>
                  <a:t>03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5EB633A-35A7-CC7D-E2C1-3C42CAA79057}"/>
                  </a:ext>
                </a:extLst>
              </p:cNvPr>
              <p:cNvSpPr txBox="1"/>
              <p:nvPr/>
            </p:nvSpPr>
            <p:spPr>
              <a:xfrm>
                <a:off x="5591802" y="3607657"/>
                <a:ext cx="117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TITLE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BEEE2EE-D06B-BF1E-9995-FD7856D6BC2A}"/>
                  </a:ext>
                </a:extLst>
              </p:cNvPr>
              <p:cNvSpPr txBox="1"/>
              <p:nvPr/>
            </p:nvSpPr>
            <p:spPr>
              <a:xfrm>
                <a:off x="5492311" y="3943317"/>
                <a:ext cx="1410129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>
                        <a:lumMod val="50000"/>
                      </a:schemeClr>
                    </a:solidFill>
                  </a:rPr>
                  <a:t>Lorem ipsum dolor sit amet, consectetuer adipiscing elit. </a:t>
                </a:r>
              </a:p>
            </p:txBody>
          </p: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DBD795F4-35CF-4289-B99D-9F46F083334D}"/>
                  </a:ext>
                </a:extLst>
              </p:cNvPr>
              <p:cNvGrpSpPr/>
              <p:nvPr/>
            </p:nvGrpSpPr>
            <p:grpSpPr>
              <a:xfrm>
                <a:off x="6131881" y="384134"/>
                <a:ext cx="160027" cy="794789"/>
                <a:chOff x="1574067" y="384134"/>
                <a:chExt cx="160027" cy="794789"/>
              </a:xfrm>
            </p:grpSpPr>
            <p:sp>
              <p:nvSpPr>
                <p:cNvPr id="82" name="Freeform: Shape 81">
                  <a:extLst>
                    <a:ext uri="{FF2B5EF4-FFF2-40B4-BE49-F238E27FC236}">
                      <a16:creationId xmlns:a16="http://schemas.microsoft.com/office/drawing/2014/main" id="{92EC4615-1D13-12A6-CDE9-721FFD2B0B69}"/>
                    </a:ext>
                  </a:extLst>
                </p:cNvPr>
                <p:cNvSpPr/>
                <p:nvPr/>
              </p:nvSpPr>
              <p:spPr>
                <a:xfrm flipH="1">
                  <a:off x="1604953" y="384134"/>
                  <a:ext cx="45719" cy="732739"/>
                </a:xfrm>
                <a:custGeom>
                  <a:avLst/>
                  <a:gdLst>
                    <a:gd name="connsiteX0" fmla="*/ 1778 w 25808"/>
                    <a:gd name="connsiteY0" fmla="*/ 1116874 h 1116874"/>
                    <a:gd name="connsiteX1" fmla="*/ 1778 w 25808"/>
                    <a:gd name="connsiteY1" fmla="*/ 1116874 h 1116874"/>
                    <a:gd name="connsiteX2" fmla="*/ 8310 w 25808"/>
                    <a:gd name="connsiteY2" fmla="*/ 826226 h 1116874"/>
                    <a:gd name="connsiteX3" fmla="*/ 11576 w 25808"/>
                    <a:gd name="connsiteY3" fmla="*/ 809897 h 1116874"/>
                    <a:gd name="connsiteX4" fmla="*/ 14841 w 25808"/>
                    <a:gd name="connsiteY4" fmla="*/ 682534 h 1116874"/>
                    <a:gd name="connsiteX5" fmla="*/ 21373 w 25808"/>
                    <a:gd name="connsiteY5" fmla="*/ 591094 h 1116874"/>
                    <a:gd name="connsiteX6" fmla="*/ 24638 w 25808"/>
                    <a:gd name="connsiteY6" fmla="*/ 476794 h 1116874"/>
                    <a:gd name="connsiteX7" fmla="*/ 11576 w 25808"/>
                    <a:gd name="connsiteY7" fmla="*/ 91440 h 1116874"/>
                    <a:gd name="connsiteX8" fmla="*/ 8310 w 25808"/>
                    <a:gd name="connsiteY8" fmla="*/ 0 h 1116874"/>
                    <a:gd name="connsiteX9" fmla="*/ 8310 w 25808"/>
                    <a:gd name="connsiteY9" fmla="*/ 0 h 1116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808" h="1116874">
                      <a:moveTo>
                        <a:pt x="1778" y="1116874"/>
                      </a:moveTo>
                      <a:lnTo>
                        <a:pt x="1778" y="1116874"/>
                      </a:lnTo>
                      <a:cubicBezTo>
                        <a:pt x="2279" y="1076298"/>
                        <a:pt x="-5609" y="916690"/>
                        <a:pt x="8310" y="826226"/>
                      </a:cubicBezTo>
                      <a:cubicBezTo>
                        <a:pt x="9154" y="820740"/>
                        <a:pt x="10487" y="815340"/>
                        <a:pt x="11576" y="809897"/>
                      </a:cubicBezTo>
                      <a:cubicBezTo>
                        <a:pt x="12664" y="767443"/>
                        <a:pt x="13472" y="724980"/>
                        <a:pt x="14841" y="682534"/>
                      </a:cubicBezTo>
                      <a:cubicBezTo>
                        <a:pt x="17269" y="607275"/>
                        <a:pt x="13431" y="630801"/>
                        <a:pt x="21373" y="591094"/>
                      </a:cubicBezTo>
                      <a:cubicBezTo>
                        <a:pt x="22461" y="552994"/>
                        <a:pt x="24912" y="514909"/>
                        <a:pt x="24638" y="476794"/>
                      </a:cubicBezTo>
                      <a:cubicBezTo>
                        <a:pt x="23656" y="340276"/>
                        <a:pt x="32904" y="219437"/>
                        <a:pt x="11576" y="91440"/>
                      </a:cubicBezTo>
                      <a:cubicBezTo>
                        <a:pt x="8013" y="13069"/>
                        <a:pt x="8310" y="43567"/>
                        <a:pt x="8310" y="0"/>
                      </a:cubicBezTo>
                      <a:lnTo>
                        <a:pt x="831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6FCA51DD-E9D5-4344-17BC-47B2A146A7C2}"/>
                    </a:ext>
                  </a:extLst>
                </p:cNvPr>
                <p:cNvSpPr/>
                <p:nvPr/>
              </p:nvSpPr>
              <p:spPr>
                <a:xfrm>
                  <a:off x="1574067" y="1018903"/>
                  <a:ext cx="160027" cy="160020"/>
                </a:xfrm>
                <a:custGeom>
                  <a:avLst/>
                  <a:gdLst>
                    <a:gd name="connsiteX0" fmla="*/ 78384 w 160027"/>
                    <a:gd name="connsiteY0" fmla="*/ 94706 h 160020"/>
                    <a:gd name="connsiteX1" fmla="*/ 78384 w 160027"/>
                    <a:gd name="connsiteY1" fmla="*/ 94706 h 160020"/>
                    <a:gd name="connsiteX2" fmla="*/ 45727 w 160027"/>
                    <a:gd name="connsiteY2" fmla="*/ 84908 h 160020"/>
                    <a:gd name="connsiteX3" fmla="*/ 6539 w 160027"/>
                    <a:gd name="connsiteY3" fmla="*/ 35923 h 160020"/>
                    <a:gd name="connsiteX4" fmla="*/ 16336 w 160027"/>
                    <a:gd name="connsiteY4" fmla="*/ 13063 h 160020"/>
                    <a:gd name="connsiteX5" fmla="*/ 32664 w 160027"/>
                    <a:gd name="connsiteY5" fmla="*/ 9797 h 160020"/>
                    <a:gd name="connsiteX6" fmla="*/ 65322 w 160027"/>
                    <a:gd name="connsiteY6" fmla="*/ 22860 h 160020"/>
                    <a:gd name="connsiteX7" fmla="*/ 75119 w 160027"/>
                    <a:gd name="connsiteY7" fmla="*/ 26126 h 160020"/>
                    <a:gd name="connsiteX8" fmla="*/ 84916 w 160027"/>
                    <a:gd name="connsiteY8" fmla="*/ 42454 h 160020"/>
                    <a:gd name="connsiteX9" fmla="*/ 78384 w 160027"/>
                    <a:gd name="connsiteY9" fmla="*/ 94706 h 160020"/>
                    <a:gd name="connsiteX10" fmla="*/ 94713 w 160027"/>
                    <a:gd name="connsiteY10" fmla="*/ 107768 h 160020"/>
                    <a:gd name="connsiteX11" fmla="*/ 140433 w 160027"/>
                    <a:gd name="connsiteY11" fmla="*/ 97971 h 160020"/>
                    <a:gd name="connsiteX12" fmla="*/ 153496 w 160027"/>
                    <a:gd name="connsiteY12" fmla="*/ 71846 h 160020"/>
                    <a:gd name="connsiteX13" fmla="*/ 160027 w 160027"/>
                    <a:gd name="connsiteY13" fmla="*/ 32657 h 160020"/>
                    <a:gd name="connsiteX14" fmla="*/ 146964 w 160027"/>
                    <a:gd name="connsiteY14" fmla="*/ 3266 h 160020"/>
                    <a:gd name="connsiteX15" fmla="*/ 130636 w 160027"/>
                    <a:gd name="connsiteY15" fmla="*/ 0 h 160020"/>
                    <a:gd name="connsiteX16" fmla="*/ 107776 w 160027"/>
                    <a:gd name="connsiteY16" fmla="*/ 19594 h 160020"/>
                    <a:gd name="connsiteX17" fmla="*/ 104510 w 160027"/>
                    <a:gd name="connsiteY17" fmla="*/ 35923 h 160020"/>
                    <a:gd name="connsiteX18" fmla="*/ 75119 w 160027"/>
                    <a:gd name="connsiteY18" fmla="*/ 78377 h 160020"/>
                    <a:gd name="connsiteX19" fmla="*/ 55524 w 160027"/>
                    <a:gd name="connsiteY19" fmla="*/ 104503 h 160020"/>
                    <a:gd name="connsiteX20" fmla="*/ 48993 w 160027"/>
                    <a:gd name="connsiteY20" fmla="*/ 117566 h 160020"/>
                    <a:gd name="connsiteX21" fmla="*/ 29399 w 160027"/>
                    <a:gd name="connsiteY21" fmla="*/ 133894 h 160020"/>
                    <a:gd name="connsiteX22" fmla="*/ 19602 w 160027"/>
                    <a:gd name="connsiteY22" fmla="*/ 146957 h 160020"/>
                    <a:gd name="connsiteX23" fmla="*/ 7 w 160027"/>
                    <a:gd name="connsiteY23" fmla="*/ 160020 h 160020"/>
                    <a:gd name="connsiteX24" fmla="*/ 13070 w 160027"/>
                    <a:gd name="connsiteY24" fmla="*/ 146957 h 16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60027" h="160020">
                      <a:moveTo>
                        <a:pt x="78384" y="94706"/>
                      </a:moveTo>
                      <a:lnTo>
                        <a:pt x="78384" y="94706"/>
                      </a:lnTo>
                      <a:cubicBezTo>
                        <a:pt x="67498" y="91440"/>
                        <a:pt x="55256" y="91102"/>
                        <a:pt x="45727" y="84908"/>
                      </a:cubicBezTo>
                      <a:cubicBezTo>
                        <a:pt x="15887" y="65512"/>
                        <a:pt x="16136" y="59917"/>
                        <a:pt x="6539" y="35923"/>
                      </a:cubicBezTo>
                      <a:cubicBezTo>
                        <a:pt x="9805" y="28303"/>
                        <a:pt x="10474" y="18925"/>
                        <a:pt x="16336" y="13063"/>
                      </a:cubicBezTo>
                      <a:cubicBezTo>
                        <a:pt x="20261" y="9138"/>
                        <a:pt x="27221" y="8708"/>
                        <a:pt x="32664" y="9797"/>
                      </a:cubicBezTo>
                      <a:cubicBezTo>
                        <a:pt x="44161" y="12096"/>
                        <a:pt x="54379" y="18651"/>
                        <a:pt x="65322" y="22860"/>
                      </a:cubicBezTo>
                      <a:cubicBezTo>
                        <a:pt x="68535" y="24096"/>
                        <a:pt x="71853" y="25037"/>
                        <a:pt x="75119" y="26126"/>
                      </a:cubicBezTo>
                      <a:cubicBezTo>
                        <a:pt x="78385" y="31569"/>
                        <a:pt x="84129" y="36156"/>
                        <a:pt x="84916" y="42454"/>
                      </a:cubicBezTo>
                      <a:cubicBezTo>
                        <a:pt x="86655" y="56368"/>
                        <a:pt x="81466" y="79299"/>
                        <a:pt x="78384" y="94706"/>
                      </a:cubicBezTo>
                      <a:cubicBezTo>
                        <a:pt x="83827" y="99060"/>
                        <a:pt x="87878" y="106401"/>
                        <a:pt x="94713" y="107768"/>
                      </a:cubicBezTo>
                      <a:cubicBezTo>
                        <a:pt x="116144" y="112054"/>
                        <a:pt x="124736" y="105820"/>
                        <a:pt x="140433" y="97971"/>
                      </a:cubicBezTo>
                      <a:cubicBezTo>
                        <a:pt x="144787" y="89263"/>
                        <a:pt x="150698" y="81172"/>
                        <a:pt x="153496" y="71846"/>
                      </a:cubicBezTo>
                      <a:cubicBezTo>
                        <a:pt x="157301" y="59161"/>
                        <a:pt x="160027" y="32657"/>
                        <a:pt x="160027" y="32657"/>
                      </a:cubicBezTo>
                      <a:cubicBezTo>
                        <a:pt x="157889" y="19828"/>
                        <a:pt x="160128" y="9848"/>
                        <a:pt x="146964" y="3266"/>
                      </a:cubicBezTo>
                      <a:cubicBezTo>
                        <a:pt x="142000" y="784"/>
                        <a:pt x="136079" y="1089"/>
                        <a:pt x="130636" y="0"/>
                      </a:cubicBezTo>
                      <a:cubicBezTo>
                        <a:pt x="123016" y="6531"/>
                        <a:pt x="113679" y="11477"/>
                        <a:pt x="107776" y="19594"/>
                      </a:cubicBezTo>
                      <a:cubicBezTo>
                        <a:pt x="104511" y="24083"/>
                        <a:pt x="106645" y="30799"/>
                        <a:pt x="104510" y="35923"/>
                      </a:cubicBezTo>
                      <a:cubicBezTo>
                        <a:pt x="95732" y="56989"/>
                        <a:pt x="88828" y="60929"/>
                        <a:pt x="75119" y="78377"/>
                      </a:cubicBezTo>
                      <a:cubicBezTo>
                        <a:pt x="68393" y="86937"/>
                        <a:pt x="61562" y="95445"/>
                        <a:pt x="55524" y="104503"/>
                      </a:cubicBezTo>
                      <a:cubicBezTo>
                        <a:pt x="52824" y="108554"/>
                        <a:pt x="52227" y="113927"/>
                        <a:pt x="48993" y="117566"/>
                      </a:cubicBezTo>
                      <a:cubicBezTo>
                        <a:pt x="43345" y="123920"/>
                        <a:pt x="35411" y="127882"/>
                        <a:pt x="29399" y="133894"/>
                      </a:cubicBezTo>
                      <a:cubicBezTo>
                        <a:pt x="25550" y="137743"/>
                        <a:pt x="23898" y="143615"/>
                        <a:pt x="19602" y="146957"/>
                      </a:cubicBezTo>
                      <a:cubicBezTo>
                        <a:pt x="-967" y="162955"/>
                        <a:pt x="7" y="148600"/>
                        <a:pt x="7" y="160020"/>
                      </a:cubicBezTo>
                      <a:lnTo>
                        <a:pt x="13070" y="146957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235E8BE-2D0A-283B-2783-12E684BC1091}"/>
                </a:ext>
              </a:extLst>
            </p:cNvPr>
            <p:cNvSpPr/>
            <p:nvPr/>
          </p:nvSpPr>
          <p:spPr>
            <a:xfrm>
              <a:off x="6049112" y="627087"/>
              <a:ext cx="191407" cy="427332"/>
            </a:xfrm>
            <a:custGeom>
              <a:avLst/>
              <a:gdLst>
                <a:gd name="connsiteX0" fmla="*/ 84964 w 191407"/>
                <a:gd name="connsiteY0" fmla="*/ 0 h 427332"/>
                <a:gd name="connsiteX1" fmla="*/ 191407 w 191407"/>
                <a:gd name="connsiteY1" fmla="*/ 213666 h 427332"/>
                <a:gd name="connsiteX2" fmla="*/ 84964 w 191407"/>
                <a:gd name="connsiteY2" fmla="*/ 427332 h 427332"/>
                <a:gd name="connsiteX3" fmla="*/ 9697 w 191407"/>
                <a:gd name="connsiteY3" fmla="*/ 364751 h 427332"/>
                <a:gd name="connsiteX4" fmla="*/ 0 w 191407"/>
                <a:gd name="connsiteY4" fmla="*/ 335879 h 427332"/>
                <a:gd name="connsiteX5" fmla="*/ 47712 w 191407"/>
                <a:gd name="connsiteY5" fmla="*/ 335879 h 427332"/>
                <a:gd name="connsiteX6" fmla="*/ 51287 w 191407"/>
                <a:gd name="connsiteY6" fmla="*/ 335157 h 427332"/>
                <a:gd name="connsiteX7" fmla="*/ 64249 w 191407"/>
                <a:gd name="connsiteY7" fmla="*/ 361502 h 427332"/>
                <a:gd name="connsiteX8" fmla="*/ 84965 w 191407"/>
                <a:gd name="connsiteY8" fmla="*/ 374111 h 427332"/>
                <a:gd name="connsiteX9" fmla="*/ 138187 w 191407"/>
                <a:gd name="connsiteY9" fmla="*/ 213666 h 427332"/>
                <a:gd name="connsiteX10" fmla="*/ 84965 w 191407"/>
                <a:gd name="connsiteY10" fmla="*/ 53221 h 427332"/>
                <a:gd name="connsiteX11" fmla="*/ 64249 w 191407"/>
                <a:gd name="connsiteY11" fmla="*/ 65830 h 427332"/>
                <a:gd name="connsiteX12" fmla="*/ 63063 w 191407"/>
                <a:gd name="connsiteY12" fmla="*/ 68240 h 427332"/>
                <a:gd name="connsiteX13" fmla="*/ 47712 w 191407"/>
                <a:gd name="connsiteY13" fmla="*/ 65141 h 427332"/>
                <a:gd name="connsiteX14" fmla="*/ 8838 w 191407"/>
                <a:gd name="connsiteY14" fmla="*/ 65141 h 427332"/>
                <a:gd name="connsiteX15" fmla="*/ 9697 w 191407"/>
                <a:gd name="connsiteY15" fmla="*/ 62582 h 427332"/>
                <a:gd name="connsiteX16" fmla="*/ 84964 w 191407"/>
                <a:gd name="connsiteY16" fmla="*/ 0 h 4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407" h="427332">
                  <a:moveTo>
                    <a:pt x="84964" y="0"/>
                  </a:moveTo>
                  <a:cubicBezTo>
                    <a:pt x="143751" y="0"/>
                    <a:pt x="191407" y="95662"/>
                    <a:pt x="191407" y="213666"/>
                  </a:cubicBezTo>
                  <a:cubicBezTo>
                    <a:pt x="191407" y="331670"/>
                    <a:pt x="143751" y="427332"/>
                    <a:pt x="84964" y="427332"/>
                  </a:cubicBezTo>
                  <a:cubicBezTo>
                    <a:pt x="55571" y="427332"/>
                    <a:pt x="28960" y="403417"/>
                    <a:pt x="9697" y="364751"/>
                  </a:cubicBezTo>
                  <a:lnTo>
                    <a:pt x="0" y="335879"/>
                  </a:lnTo>
                  <a:lnTo>
                    <a:pt x="47712" y="335879"/>
                  </a:lnTo>
                  <a:lnTo>
                    <a:pt x="51287" y="335157"/>
                  </a:lnTo>
                  <a:lnTo>
                    <a:pt x="64249" y="361502"/>
                  </a:lnTo>
                  <a:cubicBezTo>
                    <a:pt x="70616" y="369621"/>
                    <a:pt x="77617" y="374111"/>
                    <a:pt x="84965" y="374111"/>
                  </a:cubicBezTo>
                  <a:cubicBezTo>
                    <a:pt x="114359" y="374111"/>
                    <a:pt x="138187" y="302277"/>
                    <a:pt x="138187" y="213666"/>
                  </a:cubicBezTo>
                  <a:cubicBezTo>
                    <a:pt x="138187" y="125055"/>
                    <a:pt x="114359" y="53221"/>
                    <a:pt x="84965" y="53221"/>
                  </a:cubicBezTo>
                  <a:cubicBezTo>
                    <a:pt x="77617" y="53221"/>
                    <a:pt x="70616" y="57711"/>
                    <a:pt x="64249" y="65830"/>
                  </a:cubicBezTo>
                  <a:lnTo>
                    <a:pt x="63063" y="68240"/>
                  </a:lnTo>
                  <a:lnTo>
                    <a:pt x="47712" y="65141"/>
                  </a:lnTo>
                  <a:lnTo>
                    <a:pt x="8838" y="65141"/>
                  </a:lnTo>
                  <a:lnTo>
                    <a:pt x="9697" y="62582"/>
                  </a:lnTo>
                  <a:cubicBezTo>
                    <a:pt x="28960" y="23916"/>
                    <a:pt x="55571" y="0"/>
                    <a:pt x="84964" y="0"/>
                  </a:cubicBezTo>
                  <a:close/>
                </a:path>
              </a:pathLst>
            </a:custGeom>
            <a:gradFill flip="none" rotWithShape="1">
              <a:gsLst>
                <a:gs pos="55000">
                  <a:schemeClr val="bg1">
                    <a:lumMod val="50000"/>
                  </a:schemeClr>
                </a:gs>
                <a:gs pos="29000">
                  <a:schemeClr val="bg2">
                    <a:lumMod val="10000"/>
                  </a:schemeClr>
                </a:gs>
                <a:gs pos="94495">
                  <a:schemeClr val="tx1">
                    <a:lumMod val="95000"/>
                    <a:lumOff val="5000"/>
                  </a:schemeClr>
                </a:gs>
                <a:gs pos="0">
                  <a:schemeClr val="tx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8B81B9B-6DC8-DB4F-BA8C-FFE461D13F7B}"/>
              </a:ext>
            </a:extLst>
          </p:cNvPr>
          <p:cNvGrpSpPr/>
          <p:nvPr/>
        </p:nvGrpSpPr>
        <p:grpSpPr>
          <a:xfrm>
            <a:off x="6451560" y="656791"/>
            <a:ext cx="1526829" cy="4948467"/>
            <a:chOff x="7719968" y="627087"/>
            <a:chExt cx="1526829" cy="4948467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D9CE4281-11F8-E2C5-D8D9-FEAA40051E1D}"/>
                </a:ext>
              </a:extLst>
            </p:cNvPr>
            <p:cNvGrpSpPr/>
            <p:nvPr/>
          </p:nvGrpSpPr>
          <p:grpSpPr>
            <a:xfrm>
              <a:off x="7719968" y="981288"/>
              <a:ext cx="1526829" cy="4594266"/>
              <a:chOff x="7719968" y="384136"/>
              <a:chExt cx="1526829" cy="4594266"/>
            </a:xfrm>
            <a:effectLst>
              <a:reflection blurRad="76200" stA="47000" endPos="28000" dist="203200" dir="5400000" sy="-100000" algn="bl" rotWithShape="0"/>
            </a:effectLst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B7A32AA-9D12-7DFA-D15C-AAAAE20BA2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68862" y="2138809"/>
                <a:ext cx="14521" cy="1170000"/>
              </a:xfrm>
              <a:prstGeom prst="line">
                <a:avLst/>
              </a:prstGeom>
              <a:ln>
                <a:solidFill>
                  <a:schemeClr val="bg1">
                    <a:alpha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B004382E-2543-43B4-6145-2C0A0AAE1FC9}"/>
                  </a:ext>
                </a:extLst>
              </p:cNvPr>
              <p:cNvSpPr/>
              <p:nvPr/>
            </p:nvSpPr>
            <p:spPr>
              <a:xfrm rot="8100000">
                <a:off x="7982490" y="1102827"/>
                <a:ext cx="1001786" cy="1001786"/>
              </a:xfrm>
              <a:custGeom>
                <a:avLst/>
                <a:gdLst>
                  <a:gd name="connsiteX0" fmla="*/ 119193 w 1001786"/>
                  <a:gd name="connsiteY0" fmla="*/ 841591 h 1001786"/>
                  <a:gd name="connsiteX1" fmla="*/ 189291 w 1001786"/>
                  <a:gd name="connsiteY1" fmla="*/ 841591 h 1001786"/>
                  <a:gd name="connsiteX2" fmla="*/ 189291 w 1001786"/>
                  <a:gd name="connsiteY2" fmla="*/ 771492 h 1001786"/>
                  <a:gd name="connsiteX3" fmla="*/ 119193 w 1001786"/>
                  <a:gd name="connsiteY3" fmla="*/ 771492 h 1001786"/>
                  <a:gd name="connsiteX4" fmla="*/ 119193 w 1001786"/>
                  <a:gd name="connsiteY4" fmla="*/ 841591 h 1001786"/>
                  <a:gd name="connsiteX5" fmla="*/ 121158 w 1001786"/>
                  <a:gd name="connsiteY5" fmla="*/ 880628 h 1001786"/>
                  <a:gd name="connsiteX6" fmla="*/ 0 w 1001786"/>
                  <a:gd name="connsiteY6" fmla="*/ 588129 h 1001786"/>
                  <a:gd name="connsiteX7" fmla="*/ 413657 w 1001786"/>
                  <a:gd name="connsiteY7" fmla="*/ 174472 h 1001786"/>
                  <a:gd name="connsiteX8" fmla="*/ 1001786 w 1001786"/>
                  <a:gd name="connsiteY8" fmla="*/ 0 h 1001786"/>
                  <a:gd name="connsiteX9" fmla="*/ 827314 w 1001786"/>
                  <a:gd name="connsiteY9" fmla="*/ 588129 h 1001786"/>
                  <a:gd name="connsiteX10" fmla="*/ 413657 w 1001786"/>
                  <a:gd name="connsiteY10" fmla="*/ 1001786 h 1001786"/>
                  <a:gd name="connsiteX11" fmla="*/ 121158 w 1001786"/>
                  <a:gd name="connsiteY11" fmla="*/ 880628 h 1001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1786" h="1001786">
                    <a:moveTo>
                      <a:pt x="119193" y="841591"/>
                    </a:moveTo>
                    <a:cubicBezTo>
                      <a:pt x="138550" y="860948"/>
                      <a:pt x="169934" y="860948"/>
                      <a:pt x="189291" y="841591"/>
                    </a:cubicBezTo>
                    <a:cubicBezTo>
                      <a:pt x="208648" y="822234"/>
                      <a:pt x="208648" y="790849"/>
                      <a:pt x="189291" y="771492"/>
                    </a:cubicBezTo>
                    <a:cubicBezTo>
                      <a:pt x="169934" y="752135"/>
                      <a:pt x="138550" y="752135"/>
                      <a:pt x="119193" y="771492"/>
                    </a:cubicBezTo>
                    <a:cubicBezTo>
                      <a:pt x="99836" y="790849"/>
                      <a:pt x="99836" y="822234"/>
                      <a:pt x="119193" y="841591"/>
                    </a:cubicBezTo>
                    <a:close/>
                    <a:moveTo>
                      <a:pt x="121158" y="880628"/>
                    </a:moveTo>
                    <a:cubicBezTo>
                      <a:pt x="46300" y="805771"/>
                      <a:pt x="0" y="702357"/>
                      <a:pt x="0" y="588129"/>
                    </a:cubicBezTo>
                    <a:cubicBezTo>
                      <a:pt x="0" y="359673"/>
                      <a:pt x="185201" y="174472"/>
                      <a:pt x="413657" y="174472"/>
                    </a:cubicBezTo>
                    <a:cubicBezTo>
                      <a:pt x="609700" y="174472"/>
                      <a:pt x="805743" y="116315"/>
                      <a:pt x="1001786" y="0"/>
                    </a:cubicBezTo>
                    <a:cubicBezTo>
                      <a:pt x="885471" y="196043"/>
                      <a:pt x="827314" y="392086"/>
                      <a:pt x="827314" y="588129"/>
                    </a:cubicBezTo>
                    <a:cubicBezTo>
                      <a:pt x="827314" y="816585"/>
                      <a:pt x="642113" y="1001786"/>
                      <a:pt x="413657" y="1001786"/>
                    </a:cubicBezTo>
                    <a:cubicBezTo>
                      <a:pt x="299429" y="1001786"/>
                      <a:pt x="196015" y="955486"/>
                      <a:pt x="121158" y="880628"/>
                    </a:cubicBezTo>
                    <a:close/>
                  </a:path>
                </a:pathLst>
              </a:custGeom>
              <a:solidFill>
                <a:srgbClr val="FD72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445EEC2E-8A69-9195-865F-EDE2114E0017}"/>
                  </a:ext>
                </a:extLst>
              </p:cNvPr>
              <p:cNvGrpSpPr/>
              <p:nvPr/>
            </p:nvGrpSpPr>
            <p:grpSpPr>
              <a:xfrm>
                <a:off x="7719968" y="3022602"/>
                <a:ext cx="1526829" cy="1955800"/>
                <a:chOff x="1116185" y="2848429"/>
                <a:chExt cx="1526829" cy="1955800"/>
              </a:xfrm>
            </p:grpSpPr>
            <p:sp>
              <p:nvSpPr>
                <p:cNvPr id="34" name="Right Brace 33">
                  <a:extLst>
                    <a:ext uri="{FF2B5EF4-FFF2-40B4-BE49-F238E27FC236}">
                      <a16:creationId xmlns:a16="http://schemas.microsoft.com/office/drawing/2014/main" id="{B78434C6-6A2D-7303-05E1-DA5E191102B4}"/>
                    </a:ext>
                  </a:extLst>
                </p:cNvPr>
                <p:cNvSpPr/>
                <p:nvPr/>
              </p:nvSpPr>
              <p:spPr>
                <a:xfrm rot="16200000">
                  <a:off x="1589314" y="2375300"/>
                  <a:ext cx="580571" cy="1526829"/>
                </a:xfrm>
                <a:prstGeom prst="rightBrace">
                  <a:avLst>
                    <a:gd name="adj1" fmla="val 20833"/>
                    <a:gd name="adj2" fmla="val 49049"/>
                  </a:avLst>
                </a:prstGeom>
                <a:solidFill>
                  <a:srgbClr val="FD7273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5" name="Rectangle: Top Corners Rounded 34">
                  <a:extLst>
                    <a:ext uri="{FF2B5EF4-FFF2-40B4-BE49-F238E27FC236}">
                      <a16:creationId xmlns:a16="http://schemas.microsoft.com/office/drawing/2014/main" id="{139E2D42-756D-7F1A-44FF-292719461195}"/>
                    </a:ext>
                  </a:extLst>
                </p:cNvPr>
                <p:cNvSpPr/>
                <p:nvPr/>
              </p:nvSpPr>
              <p:spPr>
                <a:xfrm>
                  <a:off x="1116185" y="3429000"/>
                  <a:ext cx="1526829" cy="1375229"/>
                </a:xfrm>
                <a:prstGeom prst="round2SameRect">
                  <a:avLst>
                    <a:gd name="adj1" fmla="val 0"/>
                    <a:gd name="adj2" fmla="val 8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31B946A-63B1-5074-416D-2EE9ABEC43B8}"/>
                  </a:ext>
                </a:extLst>
              </p:cNvPr>
              <p:cNvSpPr/>
              <p:nvPr/>
            </p:nvSpPr>
            <p:spPr>
              <a:xfrm>
                <a:off x="8377517" y="2567270"/>
                <a:ext cx="211730" cy="211730"/>
              </a:xfrm>
              <a:prstGeom prst="ellipse">
                <a:avLst/>
              </a:prstGeom>
              <a:solidFill>
                <a:srgbClr val="FD72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8317DA0-7EBD-1FED-FFFE-1926C1885460}"/>
                  </a:ext>
                </a:extLst>
              </p:cNvPr>
              <p:cNvSpPr txBox="1"/>
              <p:nvPr/>
            </p:nvSpPr>
            <p:spPr>
              <a:xfrm>
                <a:off x="8101674" y="1282839"/>
                <a:ext cx="763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2060"/>
                    </a:solidFill>
                  </a:rPr>
                  <a:t>04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CF201B4-2078-2B37-731B-646B36D6EEE4}"/>
                  </a:ext>
                </a:extLst>
              </p:cNvPr>
              <p:cNvSpPr txBox="1"/>
              <p:nvPr/>
            </p:nvSpPr>
            <p:spPr>
              <a:xfrm>
                <a:off x="7877809" y="3621512"/>
                <a:ext cx="117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TITLE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0C7BBA6-60D5-B4A6-79C3-2B3CB77381E3}"/>
                  </a:ext>
                </a:extLst>
              </p:cNvPr>
              <p:cNvSpPr txBox="1"/>
              <p:nvPr/>
            </p:nvSpPr>
            <p:spPr>
              <a:xfrm>
                <a:off x="7778318" y="3943317"/>
                <a:ext cx="1410129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>
                        <a:lumMod val="50000"/>
                      </a:schemeClr>
                    </a:solidFill>
                  </a:rPr>
                  <a:t>Lorem ipsum dolor sit amet, consectetuer adipiscing elit. </a:t>
                </a: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EF78C86A-6ADC-2D05-1EA5-2B797D569287}"/>
                  </a:ext>
                </a:extLst>
              </p:cNvPr>
              <p:cNvGrpSpPr/>
              <p:nvPr/>
            </p:nvGrpSpPr>
            <p:grpSpPr>
              <a:xfrm>
                <a:off x="8425107" y="384136"/>
                <a:ext cx="160027" cy="794787"/>
                <a:chOff x="1574067" y="384136"/>
                <a:chExt cx="160027" cy="794787"/>
              </a:xfrm>
            </p:grpSpPr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B83B88BD-46D8-31A1-7BB0-3B8EDE7D4081}"/>
                    </a:ext>
                  </a:extLst>
                </p:cNvPr>
                <p:cNvSpPr/>
                <p:nvPr/>
              </p:nvSpPr>
              <p:spPr>
                <a:xfrm>
                  <a:off x="1650672" y="384136"/>
                  <a:ext cx="45719" cy="732738"/>
                </a:xfrm>
                <a:custGeom>
                  <a:avLst/>
                  <a:gdLst>
                    <a:gd name="connsiteX0" fmla="*/ 1778 w 25808"/>
                    <a:gd name="connsiteY0" fmla="*/ 1116874 h 1116874"/>
                    <a:gd name="connsiteX1" fmla="*/ 1778 w 25808"/>
                    <a:gd name="connsiteY1" fmla="*/ 1116874 h 1116874"/>
                    <a:gd name="connsiteX2" fmla="*/ 8310 w 25808"/>
                    <a:gd name="connsiteY2" fmla="*/ 826226 h 1116874"/>
                    <a:gd name="connsiteX3" fmla="*/ 11576 w 25808"/>
                    <a:gd name="connsiteY3" fmla="*/ 809897 h 1116874"/>
                    <a:gd name="connsiteX4" fmla="*/ 14841 w 25808"/>
                    <a:gd name="connsiteY4" fmla="*/ 682534 h 1116874"/>
                    <a:gd name="connsiteX5" fmla="*/ 21373 w 25808"/>
                    <a:gd name="connsiteY5" fmla="*/ 591094 h 1116874"/>
                    <a:gd name="connsiteX6" fmla="*/ 24638 w 25808"/>
                    <a:gd name="connsiteY6" fmla="*/ 476794 h 1116874"/>
                    <a:gd name="connsiteX7" fmla="*/ 11576 w 25808"/>
                    <a:gd name="connsiteY7" fmla="*/ 91440 h 1116874"/>
                    <a:gd name="connsiteX8" fmla="*/ 8310 w 25808"/>
                    <a:gd name="connsiteY8" fmla="*/ 0 h 1116874"/>
                    <a:gd name="connsiteX9" fmla="*/ 8310 w 25808"/>
                    <a:gd name="connsiteY9" fmla="*/ 0 h 1116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808" h="1116874">
                      <a:moveTo>
                        <a:pt x="1778" y="1116874"/>
                      </a:moveTo>
                      <a:lnTo>
                        <a:pt x="1778" y="1116874"/>
                      </a:lnTo>
                      <a:cubicBezTo>
                        <a:pt x="2279" y="1076298"/>
                        <a:pt x="-5609" y="916690"/>
                        <a:pt x="8310" y="826226"/>
                      </a:cubicBezTo>
                      <a:cubicBezTo>
                        <a:pt x="9154" y="820740"/>
                        <a:pt x="10487" y="815340"/>
                        <a:pt x="11576" y="809897"/>
                      </a:cubicBezTo>
                      <a:cubicBezTo>
                        <a:pt x="12664" y="767443"/>
                        <a:pt x="13472" y="724980"/>
                        <a:pt x="14841" y="682534"/>
                      </a:cubicBezTo>
                      <a:cubicBezTo>
                        <a:pt x="17269" y="607275"/>
                        <a:pt x="13431" y="630801"/>
                        <a:pt x="21373" y="591094"/>
                      </a:cubicBezTo>
                      <a:cubicBezTo>
                        <a:pt x="22461" y="552994"/>
                        <a:pt x="24912" y="514909"/>
                        <a:pt x="24638" y="476794"/>
                      </a:cubicBezTo>
                      <a:cubicBezTo>
                        <a:pt x="23656" y="340276"/>
                        <a:pt x="32904" y="219437"/>
                        <a:pt x="11576" y="91440"/>
                      </a:cubicBezTo>
                      <a:cubicBezTo>
                        <a:pt x="8013" y="13069"/>
                        <a:pt x="8310" y="43567"/>
                        <a:pt x="8310" y="0"/>
                      </a:cubicBezTo>
                      <a:lnTo>
                        <a:pt x="831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7E51E1F1-FA27-09FA-A2F4-068F8CB19E96}"/>
                    </a:ext>
                  </a:extLst>
                </p:cNvPr>
                <p:cNvSpPr/>
                <p:nvPr/>
              </p:nvSpPr>
              <p:spPr>
                <a:xfrm>
                  <a:off x="1574067" y="1018903"/>
                  <a:ext cx="160027" cy="160020"/>
                </a:xfrm>
                <a:custGeom>
                  <a:avLst/>
                  <a:gdLst>
                    <a:gd name="connsiteX0" fmla="*/ 78384 w 160027"/>
                    <a:gd name="connsiteY0" fmla="*/ 94706 h 160020"/>
                    <a:gd name="connsiteX1" fmla="*/ 78384 w 160027"/>
                    <a:gd name="connsiteY1" fmla="*/ 94706 h 160020"/>
                    <a:gd name="connsiteX2" fmla="*/ 45727 w 160027"/>
                    <a:gd name="connsiteY2" fmla="*/ 84908 h 160020"/>
                    <a:gd name="connsiteX3" fmla="*/ 6539 w 160027"/>
                    <a:gd name="connsiteY3" fmla="*/ 35923 h 160020"/>
                    <a:gd name="connsiteX4" fmla="*/ 16336 w 160027"/>
                    <a:gd name="connsiteY4" fmla="*/ 13063 h 160020"/>
                    <a:gd name="connsiteX5" fmla="*/ 32664 w 160027"/>
                    <a:gd name="connsiteY5" fmla="*/ 9797 h 160020"/>
                    <a:gd name="connsiteX6" fmla="*/ 65322 w 160027"/>
                    <a:gd name="connsiteY6" fmla="*/ 22860 h 160020"/>
                    <a:gd name="connsiteX7" fmla="*/ 75119 w 160027"/>
                    <a:gd name="connsiteY7" fmla="*/ 26126 h 160020"/>
                    <a:gd name="connsiteX8" fmla="*/ 84916 w 160027"/>
                    <a:gd name="connsiteY8" fmla="*/ 42454 h 160020"/>
                    <a:gd name="connsiteX9" fmla="*/ 78384 w 160027"/>
                    <a:gd name="connsiteY9" fmla="*/ 94706 h 160020"/>
                    <a:gd name="connsiteX10" fmla="*/ 94713 w 160027"/>
                    <a:gd name="connsiteY10" fmla="*/ 107768 h 160020"/>
                    <a:gd name="connsiteX11" fmla="*/ 140433 w 160027"/>
                    <a:gd name="connsiteY11" fmla="*/ 97971 h 160020"/>
                    <a:gd name="connsiteX12" fmla="*/ 153496 w 160027"/>
                    <a:gd name="connsiteY12" fmla="*/ 71846 h 160020"/>
                    <a:gd name="connsiteX13" fmla="*/ 160027 w 160027"/>
                    <a:gd name="connsiteY13" fmla="*/ 32657 h 160020"/>
                    <a:gd name="connsiteX14" fmla="*/ 146964 w 160027"/>
                    <a:gd name="connsiteY14" fmla="*/ 3266 h 160020"/>
                    <a:gd name="connsiteX15" fmla="*/ 130636 w 160027"/>
                    <a:gd name="connsiteY15" fmla="*/ 0 h 160020"/>
                    <a:gd name="connsiteX16" fmla="*/ 107776 w 160027"/>
                    <a:gd name="connsiteY16" fmla="*/ 19594 h 160020"/>
                    <a:gd name="connsiteX17" fmla="*/ 104510 w 160027"/>
                    <a:gd name="connsiteY17" fmla="*/ 35923 h 160020"/>
                    <a:gd name="connsiteX18" fmla="*/ 75119 w 160027"/>
                    <a:gd name="connsiteY18" fmla="*/ 78377 h 160020"/>
                    <a:gd name="connsiteX19" fmla="*/ 55524 w 160027"/>
                    <a:gd name="connsiteY19" fmla="*/ 104503 h 160020"/>
                    <a:gd name="connsiteX20" fmla="*/ 48993 w 160027"/>
                    <a:gd name="connsiteY20" fmla="*/ 117566 h 160020"/>
                    <a:gd name="connsiteX21" fmla="*/ 29399 w 160027"/>
                    <a:gd name="connsiteY21" fmla="*/ 133894 h 160020"/>
                    <a:gd name="connsiteX22" fmla="*/ 19602 w 160027"/>
                    <a:gd name="connsiteY22" fmla="*/ 146957 h 160020"/>
                    <a:gd name="connsiteX23" fmla="*/ 7 w 160027"/>
                    <a:gd name="connsiteY23" fmla="*/ 160020 h 160020"/>
                    <a:gd name="connsiteX24" fmla="*/ 13070 w 160027"/>
                    <a:gd name="connsiteY24" fmla="*/ 146957 h 16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60027" h="160020">
                      <a:moveTo>
                        <a:pt x="78384" y="94706"/>
                      </a:moveTo>
                      <a:lnTo>
                        <a:pt x="78384" y="94706"/>
                      </a:lnTo>
                      <a:cubicBezTo>
                        <a:pt x="67498" y="91440"/>
                        <a:pt x="55256" y="91102"/>
                        <a:pt x="45727" y="84908"/>
                      </a:cubicBezTo>
                      <a:cubicBezTo>
                        <a:pt x="15887" y="65512"/>
                        <a:pt x="16136" y="59917"/>
                        <a:pt x="6539" y="35923"/>
                      </a:cubicBezTo>
                      <a:cubicBezTo>
                        <a:pt x="9805" y="28303"/>
                        <a:pt x="10474" y="18925"/>
                        <a:pt x="16336" y="13063"/>
                      </a:cubicBezTo>
                      <a:cubicBezTo>
                        <a:pt x="20261" y="9138"/>
                        <a:pt x="27221" y="8708"/>
                        <a:pt x="32664" y="9797"/>
                      </a:cubicBezTo>
                      <a:cubicBezTo>
                        <a:pt x="44161" y="12096"/>
                        <a:pt x="54379" y="18651"/>
                        <a:pt x="65322" y="22860"/>
                      </a:cubicBezTo>
                      <a:cubicBezTo>
                        <a:pt x="68535" y="24096"/>
                        <a:pt x="71853" y="25037"/>
                        <a:pt x="75119" y="26126"/>
                      </a:cubicBezTo>
                      <a:cubicBezTo>
                        <a:pt x="78385" y="31569"/>
                        <a:pt x="84129" y="36156"/>
                        <a:pt x="84916" y="42454"/>
                      </a:cubicBezTo>
                      <a:cubicBezTo>
                        <a:pt x="86655" y="56368"/>
                        <a:pt x="81466" y="79299"/>
                        <a:pt x="78384" y="94706"/>
                      </a:cubicBezTo>
                      <a:cubicBezTo>
                        <a:pt x="83827" y="99060"/>
                        <a:pt x="87878" y="106401"/>
                        <a:pt x="94713" y="107768"/>
                      </a:cubicBezTo>
                      <a:cubicBezTo>
                        <a:pt x="116144" y="112054"/>
                        <a:pt x="124736" y="105820"/>
                        <a:pt x="140433" y="97971"/>
                      </a:cubicBezTo>
                      <a:cubicBezTo>
                        <a:pt x="144787" y="89263"/>
                        <a:pt x="150698" y="81172"/>
                        <a:pt x="153496" y="71846"/>
                      </a:cubicBezTo>
                      <a:cubicBezTo>
                        <a:pt x="157301" y="59161"/>
                        <a:pt x="160027" y="32657"/>
                        <a:pt x="160027" y="32657"/>
                      </a:cubicBezTo>
                      <a:cubicBezTo>
                        <a:pt x="157889" y="19828"/>
                        <a:pt x="160128" y="9848"/>
                        <a:pt x="146964" y="3266"/>
                      </a:cubicBezTo>
                      <a:cubicBezTo>
                        <a:pt x="142000" y="784"/>
                        <a:pt x="136079" y="1089"/>
                        <a:pt x="130636" y="0"/>
                      </a:cubicBezTo>
                      <a:cubicBezTo>
                        <a:pt x="123016" y="6531"/>
                        <a:pt x="113679" y="11477"/>
                        <a:pt x="107776" y="19594"/>
                      </a:cubicBezTo>
                      <a:cubicBezTo>
                        <a:pt x="104511" y="24083"/>
                        <a:pt x="106645" y="30799"/>
                        <a:pt x="104510" y="35923"/>
                      </a:cubicBezTo>
                      <a:cubicBezTo>
                        <a:pt x="95732" y="56989"/>
                        <a:pt x="88828" y="60929"/>
                        <a:pt x="75119" y="78377"/>
                      </a:cubicBezTo>
                      <a:cubicBezTo>
                        <a:pt x="68393" y="86937"/>
                        <a:pt x="61562" y="95445"/>
                        <a:pt x="55524" y="104503"/>
                      </a:cubicBezTo>
                      <a:cubicBezTo>
                        <a:pt x="52824" y="108554"/>
                        <a:pt x="52227" y="113927"/>
                        <a:pt x="48993" y="117566"/>
                      </a:cubicBezTo>
                      <a:cubicBezTo>
                        <a:pt x="43345" y="123920"/>
                        <a:pt x="35411" y="127882"/>
                        <a:pt x="29399" y="133894"/>
                      </a:cubicBezTo>
                      <a:cubicBezTo>
                        <a:pt x="25550" y="137743"/>
                        <a:pt x="23898" y="143615"/>
                        <a:pt x="19602" y="146957"/>
                      </a:cubicBezTo>
                      <a:cubicBezTo>
                        <a:pt x="-967" y="162955"/>
                        <a:pt x="7" y="148600"/>
                        <a:pt x="7" y="160020"/>
                      </a:cubicBezTo>
                      <a:lnTo>
                        <a:pt x="13070" y="146957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086F670-C324-6482-8A59-53727AC304CB}"/>
                </a:ext>
              </a:extLst>
            </p:cNvPr>
            <p:cNvSpPr/>
            <p:nvPr/>
          </p:nvSpPr>
          <p:spPr>
            <a:xfrm>
              <a:off x="8406008" y="627087"/>
              <a:ext cx="191407" cy="427332"/>
            </a:xfrm>
            <a:custGeom>
              <a:avLst/>
              <a:gdLst>
                <a:gd name="connsiteX0" fmla="*/ 84964 w 191407"/>
                <a:gd name="connsiteY0" fmla="*/ 0 h 427332"/>
                <a:gd name="connsiteX1" fmla="*/ 191407 w 191407"/>
                <a:gd name="connsiteY1" fmla="*/ 213666 h 427332"/>
                <a:gd name="connsiteX2" fmla="*/ 84964 w 191407"/>
                <a:gd name="connsiteY2" fmla="*/ 427332 h 427332"/>
                <a:gd name="connsiteX3" fmla="*/ 9697 w 191407"/>
                <a:gd name="connsiteY3" fmla="*/ 364751 h 427332"/>
                <a:gd name="connsiteX4" fmla="*/ 0 w 191407"/>
                <a:gd name="connsiteY4" fmla="*/ 335879 h 427332"/>
                <a:gd name="connsiteX5" fmla="*/ 47712 w 191407"/>
                <a:gd name="connsiteY5" fmla="*/ 335879 h 427332"/>
                <a:gd name="connsiteX6" fmla="*/ 51287 w 191407"/>
                <a:gd name="connsiteY6" fmla="*/ 335157 h 427332"/>
                <a:gd name="connsiteX7" fmla="*/ 64249 w 191407"/>
                <a:gd name="connsiteY7" fmla="*/ 361502 h 427332"/>
                <a:gd name="connsiteX8" fmla="*/ 84965 w 191407"/>
                <a:gd name="connsiteY8" fmla="*/ 374111 h 427332"/>
                <a:gd name="connsiteX9" fmla="*/ 138187 w 191407"/>
                <a:gd name="connsiteY9" fmla="*/ 213666 h 427332"/>
                <a:gd name="connsiteX10" fmla="*/ 84965 w 191407"/>
                <a:gd name="connsiteY10" fmla="*/ 53221 h 427332"/>
                <a:gd name="connsiteX11" fmla="*/ 64249 w 191407"/>
                <a:gd name="connsiteY11" fmla="*/ 65830 h 427332"/>
                <a:gd name="connsiteX12" fmla="*/ 63063 w 191407"/>
                <a:gd name="connsiteY12" fmla="*/ 68240 h 427332"/>
                <a:gd name="connsiteX13" fmla="*/ 47712 w 191407"/>
                <a:gd name="connsiteY13" fmla="*/ 65141 h 427332"/>
                <a:gd name="connsiteX14" fmla="*/ 8838 w 191407"/>
                <a:gd name="connsiteY14" fmla="*/ 65141 h 427332"/>
                <a:gd name="connsiteX15" fmla="*/ 9697 w 191407"/>
                <a:gd name="connsiteY15" fmla="*/ 62582 h 427332"/>
                <a:gd name="connsiteX16" fmla="*/ 84964 w 191407"/>
                <a:gd name="connsiteY16" fmla="*/ 0 h 4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407" h="427332">
                  <a:moveTo>
                    <a:pt x="84964" y="0"/>
                  </a:moveTo>
                  <a:cubicBezTo>
                    <a:pt x="143751" y="0"/>
                    <a:pt x="191407" y="95662"/>
                    <a:pt x="191407" y="213666"/>
                  </a:cubicBezTo>
                  <a:cubicBezTo>
                    <a:pt x="191407" y="331670"/>
                    <a:pt x="143751" y="427332"/>
                    <a:pt x="84964" y="427332"/>
                  </a:cubicBezTo>
                  <a:cubicBezTo>
                    <a:pt x="55571" y="427332"/>
                    <a:pt x="28960" y="403417"/>
                    <a:pt x="9697" y="364751"/>
                  </a:cubicBezTo>
                  <a:lnTo>
                    <a:pt x="0" y="335879"/>
                  </a:lnTo>
                  <a:lnTo>
                    <a:pt x="47712" y="335879"/>
                  </a:lnTo>
                  <a:lnTo>
                    <a:pt x="51287" y="335157"/>
                  </a:lnTo>
                  <a:lnTo>
                    <a:pt x="64249" y="361502"/>
                  </a:lnTo>
                  <a:cubicBezTo>
                    <a:pt x="70616" y="369621"/>
                    <a:pt x="77617" y="374111"/>
                    <a:pt x="84965" y="374111"/>
                  </a:cubicBezTo>
                  <a:cubicBezTo>
                    <a:pt x="114359" y="374111"/>
                    <a:pt x="138187" y="302277"/>
                    <a:pt x="138187" y="213666"/>
                  </a:cubicBezTo>
                  <a:cubicBezTo>
                    <a:pt x="138187" y="125055"/>
                    <a:pt x="114359" y="53221"/>
                    <a:pt x="84965" y="53221"/>
                  </a:cubicBezTo>
                  <a:cubicBezTo>
                    <a:pt x="77617" y="53221"/>
                    <a:pt x="70616" y="57711"/>
                    <a:pt x="64249" y="65830"/>
                  </a:cubicBezTo>
                  <a:lnTo>
                    <a:pt x="63063" y="68240"/>
                  </a:lnTo>
                  <a:lnTo>
                    <a:pt x="47712" y="65141"/>
                  </a:lnTo>
                  <a:lnTo>
                    <a:pt x="8838" y="65141"/>
                  </a:lnTo>
                  <a:lnTo>
                    <a:pt x="9697" y="62582"/>
                  </a:lnTo>
                  <a:cubicBezTo>
                    <a:pt x="28960" y="23916"/>
                    <a:pt x="55571" y="0"/>
                    <a:pt x="84964" y="0"/>
                  </a:cubicBezTo>
                  <a:close/>
                </a:path>
              </a:pathLst>
            </a:custGeom>
            <a:gradFill flip="none" rotWithShape="1">
              <a:gsLst>
                <a:gs pos="55000">
                  <a:schemeClr val="bg1">
                    <a:lumMod val="50000"/>
                  </a:schemeClr>
                </a:gs>
                <a:gs pos="29000">
                  <a:schemeClr val="bg2">
                    <a:lumMod val="10000"/>
                  </a:schemeClr>
                </a:gs>
                <a:gs pos="94495">
                  <a:schemeClr val="tx1">
                    <a:lumMod val="95000"/>
                    <a:lumOff val="5000"/>
                  </a:schemeClr>
                </a:gs>
                <a:gs pos="0">
                  <a:schemeClr val="tx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90BF157-5249-9AA6-F675-0E28134CADA3}"/>
              </a:ext>
            </a:extLst>
          </p:cNvPr>
          <p:cNvGrpSpPr/>
          <p:nvPr/>
        </p:nvGrpSpPr>
        <p:grpSpPr>
          <a:xfrm>
            <a:off x="8064569" y="596488"/>
            <a:ext cx="1526829" cy="4948467"/>
            <a:chOff x="9991452" y="627087"/>
            <a:chExt cx="1526829" cy="4948467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3055899-67FE-5521-4DF0-A91EBE14BFDB}"/>
                </a:ext>
              </a:extLst>
            </p:cNvPr>
            <p:cNvGrpSpPr/>
            <p:nvPr/>
          </p:nvGrpSpPr>
          <p:grpSpPr>
            <a:xfrm>
              <a:off x="9991452" y="981288"/>
              <a:ext cx="1526829" cy="4594266"/>
              <a:chOff x="9991452" y="384136"/>
              <a:chExt cx="1526829" cy="4594266"/>
            </a:xfrm>
            <a:effectLst>
              <a:reflection blurRad="76200" stA="47000" endPos="28000" dist="203200" dir="5400000" sy="-100000" algn="bl" rotWithShape="0"/>
            </a:effectLst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BE5ED48-8F6A-8B60-B699-8B9BF016FF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40346" y="2138809"/>
                <a:ext cx="14521" cy="1170000"/>
              </a:xfrm>
              <a:prstGeom prst="line">
                <a:avLst/>
              </a:prstGeom>
              <a:ln>
                <a:solidFill>
                  <a:schemeClr val="bg1">
                    <a:alpha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11F50AF-57FC-9B34-4ACA-40F5F9C9156F}"/>
                  </a:ext>
                </a:extLst>
              </p:cNvPr>
              <p:cNvSpPr/>
              <p:nvPr/>
            </p:nvSpPr>
            <p:spPr>
              <a:xfrm rot="8100000">
                <a:off x="10253974" y="1102827"/>
                <a:ext cx="1001786" cy="1001786"/>
              </a:xfrm>
              <a:custGeom>
                <a:avLst/>
                <a:gdLst>
                  <a:gd name="connsiteX0" fmla="*/ 144828 w 1001786"/>
                  <a:gd name="connsiteY0" fmla="*/ 867226 h 1001786"/>
                  <a:gd name="connsiteX1" fmla="*/ 214927 w 1001786"/>
                  <a:gd name="connsiteY1" fmla="*/ 867226 h 1001786"/>
                  <a:gd name="connsiteX2" fmla="*/ 214927 w 1001786"/>
                  <a:gd name="connsiteY2" fmla="*/ 797128 h 1001786"/>
                  <a:gd name="connsiteX3" fmla="*/ 144828 w 1001786"/>
                  <a:gd name="connsiteY3" fmla="*/ 797128 h 1001786"/>
                  <a:gd name="connsiteX4" fmla="*/ 144828 w 1001786"/>
                  <a:gd name="connsiteY4" fmla="*/ 867226 h 1001786"/>
                  <a:gd name="connsiteX5" fmla="*/ 121158 w 1001786"/>
                  <a:gd name="connsiteY5" fmla="*/ 880628 h 1001786"/>
                  <a:gd name="connsiteX6" fmla="*/ 0 w 1001786"/>
                  <a:gd name="connsiteY6" fmla="*/ 588129 h 1001786"/>
                  <a:gd name="connsiteX7" fmla="*/ 413657 w 1001786"/>
                  <a:gd name="connsiteY7" fmla="*/ 174472 h 1001786"/>
                  <a:gd name="connsiteX8" fmla="*/ 1001786 w 1001786"/>
                  <a:gd name="connsiteY8" fmla="*/ 0 h 1001786"/>
                  <a:gd name="connsiteX9" fmla="*/ 827314 w 1001786"/>
                  <a:gd name="connsiteY9" fmla="*/ 588129 h 1001786"/>
                  <a:gd name="connsiteX10" fmla="*/ 413657 w 1001786"/>
                  <a:gd name="connsiteY10" fmla="*/ 1001786 h 1001786"/>
                  <a:gd name="connsiteX11" fmla="*/ 121158 w 1001786"/>
                  <a:gd name="connsiteY11" fmla="*/ 880628 h 1001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01786" h="1001786">
                    <a:moveTo>
                      <a:pt x="144828" y="867226"/>
                    </a:moveTo>
                    <a:cubicBezTo>
                      <a:pt x="164185" y="886583"/>
                      <a:pt x="195570" y="886583"/>
                      <a:pt x="214927" y="867226"/>
                    </a:cubicBezTo>
                    <a:cubicBezTo>
                      <a:pt x="234284" y="847869"/>
                      <a:pt x="234284" y="816485"/>
                      <a:pt x="214927" y="797128"/>
                    </a:cubicBezTo>
                    <a:cubicBezTo>
                      <a:pt x="195570" y="777771"/>
                      <a:pt x="164185" y="777771"/>
                      <a:pt x="144828" y="797128"/>
                    </a:cubicBezTo>
                    <a:cubicBezTo>
                      <a:pt x="125471" y="816485"/>
                      <a:pt x="125471" y="847869"/>
                      <a:pt x="144828" y="867226"/>
                    </a:cubicBezTo>
                    <a:close/>
                    <a:moveTo>
                      <a:pt x="121158" y="880628"/>
                    </a:moveTo>
                    <a:cubicBezTo>
                      <a:pt x="46300" y="805771"/>
                      <a:pt x="0" y="702357"/>
                      <a:pt x="0" y="588129"/>
                    </a:cubicBezTo>
                    <a:cubicBezTo>
                      <a:pt x="0" y="359673"/>
                      <a:pt x="185201" y="174472"/>
                      <a:pt x="413657" y="174472"/>
                    </a:cubicBezTo>
                    <a:cubicBezTo>
                      <a:pt x="609700" y="174472"/>
                      <a:pt x="805743" y="116315"/>
                      <a:pt x="1001786" y="0"/>
                    </a:cubicBezTo>
                    <a:cubicBezTo>
                      <a:pt x="885471" y="196043"/>
                      <a:pt x="827314" y="392086"/>
                      <a:pt x="827314" y="588129"/>
                    </a:cubicBezTo>
                    <a:cubicBezTo>
                      <a:pt x="827314" y="816585"/>
                      <a:pt x="642113" y="1001786"/>
                      <a:pt x="413657" y="1001786"/>
                    </a:cubicBezTo>
                    <a:cubicBezTo>
                      <a:pt x="299429" y="1001786"/>
                      <a:pt x="196015" y="955486"/>
                      <a:pt x="121158" y="880628"/>
                    </a:cubicBez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B3D4B44F-19E0-1001-C882-195BEF3EE34F}"/>
                  </a:ext>
                </a:extLst>
              </p:cNvPr>
              <p:cNvGrpSpPr/>
              <p:nvPr/>
            </p:nvGrpSpPr>
            <p:grpSpPr>
              <a:xfrm>
                <a:off x="9991452" y="3022602"/>
                <a:ext cx="1526829" cy="1955800"/>
                <a:chOff x="1116185" y="2848429"/>
                <a:chExt cx="1526829" cy="1955800"/>
              </a:xfrm>
            </p:grpSpPr>
            <p:sp>
              <p:nvSpPr>
                <p:cNvPr id="41" name="Right Brace 40">
                  <a:extLst>
                    <a:ext uri="{FF2B5EF4-FFF2-40B4-BE49-F238E27FC236}">
                      <a16:creationId xmlns:a16="http://schemas.microsoft.com/office/drawing/2014/main" id="{10099F03-288E-BF0C-E0F3-B5669135DFF7}"/>
                    </a:ext>
                  </a:extLst>
                </p:cNvPr>
                <p:cNvSpPr/>
                <p:nvPr/>
              </p:nvSpPr>
              <p:spPr>
                <a:xfrm rot="16200000">
                  <a:off x="1589314" y="2375300"/>
                  <a:ext cx="580571" cy="1526829"/>
                </a:xfrm>
                <a:prstGeom prst="rightBrace">
                  <a:avLst>
                    <a:gd name="adj1" fmla="val 20833"/>
                    <a:gd name="adj2" fmla="val 49049"/>
                  </a:avLst>
                </a:prstGeom>
                <a:solidFill>
                  <a:srgbClr val="66FFF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: Top Corners Rounded 41">
                  <a:extLst>
                    <a:ext uri="{FF2B5EF4-FFF2-40B4-BE49-F238E27FC236}">
                      <a16:creationId xmlns:a16="http://schemas.microsoft.com/office/drawing/2014/main" id="{40CC79BB-7800-5B51-3BCD-0C2D46384C8F}"/>
                    </a:ext>
                  </a:extLst>
                </p:cNvPr>
                <p:cNvSpPr/>
                <p:nvPr/>
              </p:nvSpPr>
              <p:spPr>
                <a:xfrm>
                  <a:off x="1116185" y="3429000"/>
                  <a:ext cx="1526829" cy="1375229"/>
                </a:xfrm>
                <a:prstGeom prst="round2SameRect">
                  <a:avLst>
                    <a:gd name="adj1" fmla="val 0"/>
                    <a:gd name="adj2" fmla="val 8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75165D6-3C54-E913-70E4-B7338B938512}"/>
                  </a:ext>
                </a:extLst>
              </p:cNvPr>
              <p:cNvSpPr/>
              <p:nvPr/>
            </p:nvSpPr>
            <p:spPr>
              <a:xfrm>
                <a:off x="10649001" y="2567270"/>
                <a:ext cx="211730" cy="211730"/>
              </a:xfrm>
              <a:prstGeom prst="ellipse">
                <a:avLst/>
              </a:prstGeom>
              <a:solidFill>
                <a:srgbClr val="66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034821E-3AA4-22EF-FCC2-CD1AB74EE718}"/>
                  </a:ext>
                </a:extLst>
              </p:cNvPr>
              <p:cNvSpPr txBox="1"/>
              <p:nvPr/>
            </p:nvSpPr>
            <p:spPr>
              <a:xfrm>
                <a:off x="10373158" y="1282839"/>
                <a:ext cx="76341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002060"/>
                    </a:solidFill>
                  </a:rPr>
                  <a:t>05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1821D69-3C25-5920-3F8D-B796DDEAE95F}"/>
                  </a:ext>
                </a:extLst>
              </p:cNvPr>
              <p:cNvSpPr txBox="1"/>
              <p:nvPr/>
            </p:nvSpPr>
            <p:spPr>
              <a:xfrm>
                <a:off x="10149293" y="3621512"/>
                <a:ext cx="1170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002060"/>
                    </a:solidFill>
                  </a:rPr>
                  <a:t>TITLE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6EBE0E7-80E1-EC4A-16C4-B3B4F88457B3}"/>
                  </a:ext>
                </a:extLst>
              </p:cNvPr>
              <p:cNvSpPr txBox="1"/>
              <p:nvPr/>
            </p:nvSpPr>
            <p:spPr>
              <a:xfrm>
                <a:off x="10049802" y="3943317"/>
                <a:ext cx="1410129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bg1">
                        <a:lumMod val="50000"/>
                      </a:schemeClr>
                    </a:solidFill>
                  </a:rPr>
                  <a:t>Lorem ipsum dolor sit amet, consectetuer adipiscing elit. </a:t>
                </a:r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C9032349-CF1A-34F4-7604-7CCF6513DB2A}"/>
                  </a:ext>
                </a:extLst>
              </p:cNvPr>
              <p:cNvGrpSpPr/>
              <p:nvPr/>
            </p:nvGrpSpPr>
            <p:grpSpPr>
              <a:xfrm>
                <a:off x="10674851" y="384136"/>
                <a:ext cx="160027" cy="794787"/>
                <a:chOff x="1574067" y="384136"/>
                <a:chExt cx="160027" cy="794787"/>
              </a:xfrm>
            </p:grpSpPr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84E878F4-6FD2-F19C-88FE-839F7A156646}"/>
                    </a:ext>
                  </a:extLst>
                </p:cNvPr>
                <p:cNvSpPr/>
                <p:nvPr/>
              </p:nvSpPr>
              <p:spPr>
                <a:xfrm>
                  <a:off x="1650672" y="384136"/>
                  <a:ext cx="45719" cy="732738"/>
                </a:xfrm>
                <a:custGeom>
                  <a:avLst/>
                  <a:gdLst>
                    <a:gd name="connsiteX0" fmla="*/ 1778 w 25808"/>
                    <a:gd name="connsiteY0" fmla="*/ 1116874 h 1116874"/>
                    <a:gd name="connsiteX1" fmla="*/ 1778 w 25808"/>
                    <a:gd name="connsiteY1" fmla="*/ 1116874 h 1116874"/>
                    <a:gd name="connsiteX2" fmla="*/ 8310 w 25808"/>
                    <a:gd name="connsiteY2" fmla="*/ 826226 h 1116874"/>
                    <a:gd name="connsiteX3" fmla="*/ 11576 w 25808"/>
                    <a:gd name="connsiteY3" fmla="*/ 809897 h 1116874"/>
                    <a:gd name="connsiteX4" fmla="*/ 14841 w 25808"/>
                    <a:gd name="connsiteY4" fmla="*/ 682534 h 1116874"/>
                    <a:gd name="connsiteX5" fmla="*/ 21373 w 25808"/>
                    <a:gd name="connsiteY5" fmla="*/ 591094 h 1116874"/>
                    <a:gd name="connsiteX6" fmla="*/ 24638 w 25808"/>
                    <a:gd name="connsiteY6" fmla="*/ 476794 h 1116874"/>
                    <a:gd name="connsiteX7" fmla="*/ 11576 w 25808"/>
                    <a:gd name="connsiteY7" fmla="*/ 91440 h 1116874"/>
                    <a:gd name="connsiteX8" fmla="*/ 8310 w 25808"/>
                    <a:gd name="connsiteY8" fmla="*/ 0 h 1116874"/>
                    <a:gd name="connsiteX9" fmla="*/ 8310 w 25808"/>
                    <a:gd name="connsiteY9" fmla="*/ 0 h 1116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808" h="1116874">
                      <a:moveTo>
                        <a:pt x="1778" y="1116874"/>
                      </a:moveTo>
                      <a:lnTo>
                        <a:pt x="1778" y="1116874"/>
                      </a:lnTo>
                      <a:cubicBezTo>
                        <a:pt x="2279" y="1076298"/>
                        <a:pt x="-5609" y="916690"/>
                        <a:pt x="8310" y="826226"/>
                      </a:cubicBezTo>
                      <a:cubicBezTo>
                        <a:pt x="9154" y="820740"/>
                        <a:pt x="10487" y="815340"/>
                        <a:pt x="11576" y="809897"/>
                      </a:cubicBezTo>
                      <a:cubicBezTo>
                        <a:pt x="12664" y="767443"/>
                        <a:pt x="13472" y="724980"/>
                        <a:pt x="14841" y="682534"/>
                      </a:cubicBezTo>
                      <a:cubicBezTo>
                        <a:pt x="17269" y="607275"/>
                        <a:pt x="13431" y="630801"/>
                        <a:pt x="21373" y="591094"/>
                      </a:cubicBezTo>
                      <a:cubicBezTo>
                        <a:pt x="22461" y="552994"/>
                        <a:pt x="24912" y="514909"/>
                        <a:pt x="24638" y="476794"/>
                      </a:cubicBezTo>
                      <a:cubicBezTo>
                        <a:pt x="23656" y="340276"/>
                        <a:pt x="32904" y="219437"/>
                        <a:pt x="11576" y="91440"/>
                      </a:cubicBezTo>
                      <a:cubicBezTo>
                        <a:pt x="8013" y="13069"/>
                        <a:pt x="8310" y="43567"/>
                        <a:pt x="8310" y="0"/>
                      </a:cubicBezTo>
                      <a:lnTo>
                        <a:pt x="8310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8DA7B315-5D3C-4770-3F3A-3FD5B46BAE30}"/>
                    </a:ext>
                  </a:extLst>
                </p:cNvPr>
                <p:cNvSpPr/>
                <p:nvPr/>
              </p:nvSpPr>
              <p:spPr>
                <a:xfrm>
                  <a:off x="1574067" y="1018903"/>
                  <a:ext cx="160027" cy="160020"/>
                </a:xfrm>
                <a:custGeom>
                  <a:avLst/>
                  <a:gdLst>
                    <a:gd name="connsiteX0" fmla="*/ 78384 w 160027"/>
                    <a:gd name="connsiteY0" fmla="*/ 94706 h 160020"/>
                    <a:gd name="connsiteX1" fmla="*/ 78384 w 160027"/>
                    <a:gd name="connsiteY1" fmla="*/ 94706 h 160020"/>
                    <a:gd name="connsiteX2" fmla="*/ 45727 w 160027"/>
                    <a:gd name="connsiteY2" fmla="*/ 84908 h 160020"/>
                    <a:gd name="connsiteX3" fmla="*/ 6539 w 160027"/>
                    <a:gd name="connsiteY3" fmla="*/ 35923 h 160020"/>
                    <a:gd name="connsiteX4" fmla="*/ 16336 w 160027"/>
                    <a:gd name="connsiteY4" fmla="*/ 13063 h 160020"/>
                    <a:gd name="connsiteX5" fmla="*/ 32664 w 160027"/>
                    <a:gd name="connsiteY5" fmla="*/ 9797 h 160020"/>
                    <a:gd name="connsiteX6" fmla="*/ 65322 w 160027"/>
                    <a:gd name="connsiteY6" fmla="*/ 22860 h 160020"/>
                    <a:gd name="connsiteX7" fmla="*/ 75119 w 160027"/>
                    <a:gd name="connsiteY7" fmla="*/ 26126 h 160020"/>
                    <a:gd name="connsiteX8" fmla="*/ 84916 w 160027"/>
                    <a:gd name="connsiteY8" fmla="*/ 42454 h 160020"/>
                    <a:gd name="connsiteX9" fmla="*/ 78384 w 160027"/>
                    <a:gd name="connsiteY9" fmla="*/ 94706 h 160020"/>
                    <a:gd name="connsiteX10" fmla="*/ 94713 w 160027"/>
                    <a:gd name="connsiteY10" fmla="*/ 107768 h 160020"/>
                    <a:gd name="connsiteX11" fmla="*/ 140433 w 160027"/>
                    <a:gd name="connsiteY11" fmla="*/ 97971 h 160020"/>
                    <a:gd name="connsiteX12" fmla="*/ 153496 w 160027"/>
                    <a:gd name="connsiteY12" fmla="*/ 71846 h 160020"/>
                    <a:gd name="connsiteX13" fmla="*/ 160027 w 160027"/>
                    <a:gd name="connsiteY13" fmla="*/ 32657 h 160020"/>
                    <a:gd name="connsiteX14" fmla="*/ 146964 w 160027"/>
                    <a:gd name="connsiteY14" fmla="*/ 3266 h 160020"/>
                    <a:gd name="connsiteX15" fmla="*/ 130636 w 160027"/>
                    <a:gd name="connsiteY15" fmla="*/ 0 h 160020"/>
                    <a:gd name="connsiteX16" fmla="*/ 107776 w 160027"/>
                    <a:gd name="connsiteY16" fmla="*/ 19594 h 160020"/>
                    <a:gd name="connsiteX17" fmla="*/ 104510 w 160027"/>
                    <a:gd name="connsiteY17" fmla="*/ 35923 h 160020"/>
                    <a:gd name="connsiteX18" fmla="*/ 75119 w 160027"/>
                    <a:gd name="connsiteY18" fmla="*/ 78377 h 160020"/>
                    <a:gd name="connsiteX19" fmla="*/ 55524 w 160027"/>
                    <a:gd name="connsiteY19" fmla="*/ 104503 h 160020"/>
                    <a:gd name="connsiteX20" fmla="*/ 48993 w 160027"/>
                    <a:gd name="connsiteY20" fmla="*/ 117566 h 160020"/>
                    <a:gd name="connsiteX21" fmla="*/ 29399 w 160027"/>
                    <a:gd name="connsiteY21" fmla="*/ 133894 h 160020"/>
                    <a:gd name="connsiteX22" fmla="*/ 19602 w 160027"/>
                    <a:gd name="connsiteY22" fmla="*/ 146957 h 160020"/>
                    <a:gd name="connsiteX23" fmla="*/ 7 w 160027"/>
                    <a:gd name="connsiteY23" fmla="*/ 160020 h 160020"/>
                    <a:gd name="connsiteX24" fmla="*/ 13070 w 160027"/>
                    <a:gd name="connsiteY24" fmla="*/ 146957 h 160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60027" h="160020">
                      <a:moveTo>
                        <a:pt x="78384" y="94706"/>
                      </a:moveTo>
                      <a:lnTo>
                        <a:pt x="78384" y="94706"/>
                      </a:lnTo>
                      <a:cubicBezTo>
                        <a:pt x="67498" y="91440"/>
                        <a:pt x="55256" y="91102"/>
                        <a:pt x="45727" y="84908"/>
                      </a:cubicBezTo>
                      <a:cubicBezTo>
                        <a:pt x="15887" y="65512"/>
                        <a:pt x="16136" y="59917"/>
                        <a:pt x="6539" y="35923"/>
                      </a:cubicBezTo>
                      <a:cubicBezTo>
                        <a:pt x="9805" y="28303"/>
                        <a:pt x="10474" y="18925"/>
                        <a:pt x="16336" y="13063"/>
                      </a:cubicBezTo>
                      <a:cubicBezTo>
                        <a:pt x="20261" y="9138"/>
                        <a:pt x="27221" y="8708"/>
                        <a:pt x="32664" y="9797"/>
                      </a:cubicBezTo>
                      <a:cubicBezTo>
                        <a:pt x="44161" y="12096"/>
                        <a:pt x="54379" y="18651"/>
                        <a:pt x="65322" y="22860"/>
                      </a:cubicBezTo>
                      <a:cubicBezTo>
                        <a:pt x="68535" y="24096"/>
                        <a:pt x="71853" y="25037"/>
                        <a:pt x="75119" y="26126"/>
                      </a:cubicBezTo>
                      <a:cubicBezTo>
                        <a:pt x="78385" y="31569"/>
                        <a:pt x="84129" y="36156"/>
                        <a:pt x="84916" y="42454"/>
                      </a:cubicBezTo>
                      <a:cubicBezTo>
                        <a:pt x="86655" y="56368"/>
                        <a:pt x="81466" y="79299"/>
                        <a:pt x="78384" y="94706"/>
                      </a:cubicBezTo>
                      <a:cubicBezTo>
                        <a:pt x="83827" y="99060"/>
                        <a:pt x="87878" y="106401"/>
                        <a:pt x="94713" y="107768"/>
                      </a:cubicBezTo>
                      <a:cubicBezTo>
                        <a:pt x="116144" y="112054"/>
                        <a:pt x="124736" y="105820"/>
                        <a:pt x="140433" y="97971"/>
                      </a:cubicBezTo>
                      <a:cubicBezTo>
                        <a:pt x="144787" y="89263"/>
                        <a:pt x="150698" y="81172"/>
                        <a:pt x="153496" y="71846"/>
                      </a:cubicBezTo>
                      <a:cubicBezTo>
                        <a:pt x="157301" y="59161"/>
                        <a:pt x="160027" y="32657"/>
                        <a:pt x="160027" y="32657"/>
                      </a:cubicBezTo>
                      <a:cubicBezTo>
                        <a:pt x="157889" y="19828"/>
                        <a:pt x="160128" y="9848"/>
                        <a:pt x="146964" y="3266"/>
                      </a:cubicBezTo>
                      <a:cubicBezTo>
                        <a:pt x="142000" y="784"/>
                        <a:pt x="136079" y="1089"/>
                        <a:pt x="130636" y="0"/>
                      </a:cubicBezTo>
                      <a:cubicBezTo>
                        <a:pt x="123016" y="6531"/>
                        <a:pt x="113679" y="11477"/>
                        <a:pt x="107776" y="19594"/>
                      </a:cubicBezTo>
                      <a:cubicBezTo>
                        <a:pt x="104511" y="24083"/>
                        <a:pt x="106645" y="30799"/>
                        <a:pt x="104510" y="35923"/>
                      </a:cubicBezTo>
                      <a:cubicBezTo>
                        <a:pt x="95732" y="56989"/>
                        <a:pt x="88828" y="60929"/>
                        <a:pt x="75119" y="78377"/>
                      </a:cubicBezTo>
                      <a:cubicBezTo>
                        <a:pt x="68393" y="86937"/>
                        <a:pt x="61562" y="95445"/>
                        <a:pt x="55524" y="104503"/>
                      </a:cubicBezTo>
                      <a:cubicBezTo>
                        <a:pt x="52824" y="108554"/>
                        <a:pt x="52227" y="113927"/>
                        <a:pt x="48993" y="117566"/>
                      </a:cubicBezTo>
                      <a:cubicBezTo>
                        <a:pt x="43345" y="123920"/>
                        <a:pt x="35411" y="127882"/>
                        <a:pt x="29399" y="133894"/>
                      </a:cubicBezTo>
                      <a:cubicBezTo>
                        <a:pt x="25550" y="137743"/>
                        <a:pt x="23898" y="143615"/>
                        <a:pt x="19602" y="146957"/>
                      </a:cubicBezTo>
                      <a:cubicBezTo>
                        <a:pt x="-967" y="162955"/>
                        <a:pt x="7" y="148600"/>
                        <a:pt x="7" y="160020"/>
                      </a:cubicBezTo>
                      <a:lnTo>
                        <a:pt x="13070" y="146957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8B08711-62CC-3581-B019-650CDE5F2928}"/>
                </a:ext>
              </a:extLst>
            </p:cNvPr>
            <p:cNvSpPr/>
            <p:nvPr/>
          </p:nvSpPr>
          <p:spPr>
            <a:xfrm>
              <a:off x="10688982" y="627087"/>
              <a:ext cx="191407" cy="427332"/>
            </a:xfrm>
            <a:custGeom>
              <a:avLst/>
              <a:gdLst>
                <a:gd name="connsiteX0" fmla="*/ 84964 w 191407"/>
                <a:gd name="connsiteY0" fmla="*/ 0 h 427332"/>
                <a:gd name="connsiteX1" fmla="*/ 191407 w 191407"/>
                <a:gd name="connsiteY1" fmla="*/ 213666 h 427332"/>
                <a:gd name="connsiteX2" fmla="*/ 84964 w 191407"/>
                <a:gd name="connsiteY2" fmla="*/ 427332 h 427332"/>
                <a:gd name="connsiteX3" fmla="*/ 9697 w 191407"/>
                <a:gd name="connsiteY3" fmla="*/ 364751 h 427332"/>
                <a:gd name="connsiteX4" fmla="*/ 0 w 191407"/>
                <a:gd name="connsiteY4" fmla="*/ 335879 h 427332"/>
                <a:gd name="connsiteX5" fmla="*/ 47712 w 191407"/>
                <a:gd name="connsiteY5" fmla="*/ 335879 h 427332"/>
                <a:gd name="connsiteX6" fmla="*/ 51287 w 191407"/>
                <a:gd name="connsiteY6" fmla="*/ 335157 h 427332"/>
                <a:gd name="connsiteX7" fmla="*/ 64249 w 191407"/>
                <a:gd name="connsiteY7" fmla="*/ 361502 h 427332"/>
                <a:gd name="connsiteX8" fmla="*/ 84965 w 191407"/>
                <a:gd name="connsiteY8" fmla="*/ 374111 h 427332"/>
                <a:gd name="connsiteX9" fmla="*/ 138187 w 191407"/>
                <a:gd name="connsiteY9" fmla="*/ 213666 h 427332"/>
                <a:gd name="connsiteX10" fmla="*/ 84965 w 191407"/>
                <a:gd name="connsiteY10" fmla="*/ 53221 h 427332"/>
                <a:gd name="connsiteX11" fmla="*/ 64249 w 191407"/>
                <a:gd name="connsiteY11" fmla="*/ 65830 h 427332"/>
                <a:gd name="connsiteX12" fmla="*/ 63063 w 191407"/>
                <a:gd name="connsiteY12" fmla="*/ 68240 h 427332"/>
                <a:gd name="connsiteX13" fmla="*/ 47712 w 191407"/>
                <a:gd name="connsiteY13" fmla="*/ 65141 h 427332"/>
                <a:gd name="connsiteX14" fmla="*/ 8838 w 191407"/>
                <a:gd name="connsiteY14" fmla="*/ 65141 h 427332"/>
                <a:gd name="connsiteX15" fmla="*/ 9697 w 191407"/>
                <a:gd name="connsiteY15" fmla="*/ 62582 h 427332"/>
                <a:gd name="connsiteX16" fmla="*/ 84964 w 191407"/>
                <a:gd name="connsiteY16" fmla="*/ 0 h 427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1407" h="427332">
                  <a:moveTo>
                    <a:pt x="84964" y="0"/>
                  </a:moveTo>
                  <a:cubicBezTo>
                    <a:pt x="143751" y="0"/>
                    <a:pt x="191407" y="95662"/>
                    <a:pt x="191407" y="213666"/>
                  </a:cubicBezTo>
                  <a:cubicBezTo>
                    <a:pt x="191407" y="331670"/>
                    <a:pt x="143751" y="427332"/>
                    <a:pt x="84964" y="427332"/>
                  </a:cubicBezTo>
                  <a:cubicBezTo>
                    <a:pt x="55571" y="427332"/>
                    <a:pt x="28960" y="403417"/>
                    <a:pt x="9697" y="364751"/>
                  </a:cubicBezTo>
                  <a:lnTo>
                    <a:pt x="0" y="335879"/>
                  </a:lnTo>
                  <a:lnTo>
                    <a:pt x="47712" y="335879"/>
                  </a:lnTo>
                  <a:lnTo>
                    <a:pt x="51287" y="335157"/>
                  </a:lnTo>
                  <a:lnTo>
                    <a:pt x="64249" y="361502"/>
                  </a:lnTo>
                  <a:cubicBezTo>
                    <a:pt x="70616" y="369621"/>
                    <a:pt x="77617" y="374111"/>
                    <a:pt x="84965" y="374111"/>
                  </a:cubicBezTo>
                  <a:cubicBezTo>
                    <a:pt x="114359" y="374111"/>
                    <a:pt x="138187" y="302277"/>
                    <a:pt x="138187" y="213666"/>
                  </a:cubicBezTo>
                  <a:cubicBezTo>
                    <a:pt x="138187" y="125055"/>
                    <a:pt x="114359" y="53221"/>
                    <a:pt x="84965" y="53221"/>
                  </a:cubicBezTo>
                  <a:cubicBezTo>
                    <a:pt x="77617" y="53221"/>
                    <a:pt x="70616" y="57711"/>
                    <a:pt x="64249" y="65830"/>
                  </a:cubicBezTo>
                  <a:lnTo>
                    <a:pt x="63063" y="68240"/>
                  </a:lnTo>
                  <a:lnTo>
                    <a:pt x="47712" y="65141"/>
                  </a:lnTo>
                  <a:lnTo>
                    <a:pt x="8838" y="65141"/>
                  </a:lnTo>
                  <a:lnTo>
                    <a:pt x="9697" y="62582"/>
                  </a:lnTo>
                  <a:cubicBezTo>
                    <a:pt x="28960" y="23916"/>
                    <a:pt x="55571" y="0"/>
                    <a:pt x="84964" y="0"/>
                  </a:cubicBezTo>
                  <a:close/>
                </a:path>
              </a:pathLst>
            </a:custGeom>
            <a:gradFill flip="none" rotWithShape="1">
              <a:gsLst>
                <a:gs pos="55000">
                  <a:schemeClr val="bg1">
                    <a:lumMod val="50000"/>
                  </a:schemeClr>
                </a:gs>
                <a:gs pos="29000">
                  <a:schemeClr val="bg2">
                    <a:lumMod val="10000"/>
                  </a:schemeClr>
                </a:gs>
                <a:gs pos="94495">
                  <a:schemeClr val="tx1">
                    <a:lumMod val="95000"/>
                    <a:lumOff val="5000"/>
                  </a:schemeClr>
                </a:gs>
                <a:gs pos="0">
                  <a:schemeClr val="tx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542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3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4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31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32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0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10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FA0A369-1916-4360-824B-7835DCEBE303}"/>
              </a:ext>
            </a:extLst>
          </p:cNvPr>
          <p:cNvSpPr/>
          <p:nvPr/>
        </p:nvSpPr>
        <p:spPr>
          <a:xfrm>
            <a:off x="0" y="-633"/>
            <a:ext cx="12242222" cy="2763287"/>
          </a:xfrm>
          <a:custGeom>
            <a:avLst/>
            <a:gdLst>
              <a:gd name="connsiteX0" fmla="*/ 0 w 12242222"/>
              <a:gd name="connsiteY0" fmla="*/ 0 h 2763287"/>
              <a:gd name="connsiteX1" fmla="*/ 12242222 w 12242222"/>
              <a:gd name="connsiteY1" fmla="*/ 0 h 2763287"/>
              <a:gd name="connsiteX2" fmla="*/ 12242222 w 12242222"/>
              <a:gd name="connsiteY2" fmla="*/ 1069895 h 2763287"/>
              <a:gd name="connsiteX3" fmla="*/ 12070387 w 12242222"/>
              <a:gd name="connsiteY3" fmla="*/ 1249376 h 2763287"/>
              <a:gd name="connsiteX4" fmla="*/ 6095999 w 12242222"/>
              <a:gd name="connsiteY4" fmla="*/ 2763287 h 2763287"/>
              <a:gd name="connsiteX5" fmla="*/ 121611 w 12242222"/>
              <a:gd name="connsiteY5" fmla="*/ 1249376 h 2763287"/>
              <a:gd name="connsiteX6" fmla="*/ 0 w 12242222"/>
              <a:gd name="connsiteY6" fmla="*/ 1122354 h 276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42222" h="2763287">
                <a:moveTo>
                  <a:pt x="0" y="0"/>
                </a:moveTo>
                <a:lnTo>
                  <a:pt x="12242222" y="0"/>
                </a:lnTo>
                <a:lnTo>
                  <a:pt x="12242222" y="1069895"/>
                </a:lnTo>
                <a:lnTo>
                  <a:pt x="12070387" y="1249376"/>
                </a:lnTo>
                <a:cubicBezTo>
                  <a:pt x="11086073" y="2139038"/>
                  <a:pt x="8781730" y="2763287"/>
                  <a:pt x="6095999" y="2763287"/>
                </a:cubicBezTo>
                <a:cubicBezTo>
                  <a:pt x="3410269" y="2763287"/>
                  <a:pt x="1105925" y="2139038"/>
                  <a:pt x="121611" y="1249376"/>
                </a:cubicBezTo>
                <a:lnTo>
                  <a:pt x="0" y="11223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F622EF71-C5FF-4A1F-95AC-88C63DEDFF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8709" y="208170"/>
            <a:ext cx="2174583" cy="247027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4E6D1070-267E-48A2-9700-336C1A9C8EF4}"/>
              </a:ext>
            </a:extLst>
          </p:cNvPr>
          <p:cNvGrpSpPr/>
          <p:nvPr/>
        </p:nvGrpSpPr>
        <p:grpSpPr>
          <a:xfrm>
            <a:off x="1364436" y="3014544"/>
            <a:ext cx="1634837" cy="2601436"/>
            <a:chOff x="1364436" y="3014544"/>
            <a:chExt cx="1634837" cy="260143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539A09C-B333-4794-934A-74D974292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6463" y="3419663"/>
              <a:ext cx="1427655" cy="142765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BA94CB-BC20-4701-A36D-5D5DBD4204BD}"/>
                </a:ext>
              </a:extLst>
            </p:cNvPr>
            <p:cNvSpPr txBox="1"/>
            <p:nvPr/>
          </p:nvSpPr>
          <p:spPr>
            <a:xfrm>
              <a:off x="1364436" y="4969649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Like &amp; Subscribe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78FA524-9593-487E-BF45-6D70C95207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0000" b="64286" l="12500" r="87308">
                          <a14:foregroundMark x1="16154" y1="39286" x2="28654" y2="45714"/>
                          <a14:foregroundMark x1="28654" y1="45714" x2="53654" y2="41071"/>
                          <a14:foregroundMark x1="53654" y1="41071" x2="59808" y2="44643"/>
                          <a14:foregroundMark x1="59808" y1="48214" x2="16538" y2="50357"/>
                          <a14:foregroundMark x1="12500" y1="40357" x2="12885" y2="56071"/>
                          <a14:foregroundMark x1="76923" y1="41071" x2="84423" y2="51786"/>
                          <a14:foregroundMark x1="85385" y1="37857" x2="87308" y2="4607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10070" t="26347" r="8289" b="31471"/>
            <a:stretch/>
          </p:blipFill>
          <p:spPr>
            <a:xfrm>
              <a:off x="1636205" y="3014544"/>
              <a:ext cx="1217913" cy="33883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4E91F9-7DE8-4137-B07C-A5DD5456C0CA}"/>
              </a:ext>
            </a:extLst>
          </p:cNvPr>
          <p:cNvGrpSpPr/>
          <p:nvPr/>
        </p:nvGrpSpPr>
        <p:grpSpPr>
          <a:xfrm>
            <a:off x="3449782" y="2903314"/>
            <a:ext cx="2131210" cy="2649657"/>
            <a:chOff x="3449782" y="2903314"/>
            <a:chExt cx="2131210" cy="264965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7551523-9C51-4275-8CA5-6BFCCE14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49748" y="3419663"/>
              <a:ext cx="1427655" cy="14322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713166-8EA9-4F43-A565-F0A9CD7C7EE4}"/>
                </a:ext>
              </a:extLst>
            </p:cNvPr>
            <p:cNvSpPr txBox="1"/>
            <p:nvPr/>
          </p:nvSpPr>
          <p:spPr>
            <a:xfrm>
              <a:off x="3946155" y="4906640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Join my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Telegram</a:t>
              </a:r>
            </a:p>
          </p:txBody>
        </p:sp>
        <p:pic>
          <p:nvPicPr>
            <p:cNvPr id="26" name="Picture 2" descr="Telegram Logo transparent PNG - StickPNG">
              <a:extLst>
                <a:ext uri="{FF2B5EF4-FFF2-40B4-BE49-F238E27FC236}">
                  <a16:creationId xmlns:a16="http://schemas.microsoft.com/office/drawing/2014/main" id="{137EE4E0-F704-4C0E-9369-A93837B2A5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224" y="2903314"/>
              <a:ext cx="413788" cy="41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AE5E91E-9112-43F4-9994-0C4C6DEC6998}"/>
                </a:ext>
              </a:extLst>
            </p:cNvPr>
            <p:cNvCxnSpPr/>
            <p:nvPr/>
          </p:nvCxnSpPr>
          <p:spPr>
            <a:xfrm>
              <a:off x="3449782" y="3273464"/>
              <a:ext cx="0" cy="16525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3FFE42F-E7C9-4C14-BD8D-EC6AA165C12D}"/>
              </a:ext>
            </a:extLst>
          </p:cNvPr>
          <p:cNvGrpSpPr/>
          <p:nvPr/>
        </p:nvGrpSpPr>
        <p:grpSpPr>
          <a:xfrm>
            <a:off x="6096000" y="2971457"/>
            <a:ext cx="2114844" cy="2600885"/>
            <a:chOff x="6096000" y="2971457"/>
            <a:chExt cx="2114844" cy="260088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7AFD206-763F-4051-836C-F060AA96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73033" y="3419663"/>
              <a:ext cx="1427655" cy="142765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17E24D-6A02-4DFD-957B-234D2A29D6B2}"/>
                </a:ext>
              </a:extLst>
            </p:cNvPr>
            <p:cNvSpPr txBox="1"/>
            <p:nvPr/>
          </p:nvSpPr>
          <p:spPr>
            <a:xfrm>
              <a:off x="6576007" y="4926011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Support through PayPal</a:t>
              </a:r>
            </a:p>
          </p:txBody>
        </p:sp>
        <p:pic>
          <p:nvPicPr>
            <p:cNvPr id="27" name="Picture 26" descr="Logo&#10;&#10;Description automatically generated">
              <a:extLst>
                <a:ext uri="{FF2B5EF4-FFF2-40B4-BE49-F238E27FC236}">
                  <a16:creationId xmlns:a16="http://schemas.microsoft.com/office/drawing/2014/main" id="{0E907ADD-098E-4137-8C84-5826B5501B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07725" y="2971457"/>
              <a:ext cx="1158270" cy="406773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3D9BC14-6951-4136-B08C-4FF3367E8672}"/>
                </a:ext>
              </a:extLst>
            </p:cNvPr>
            <p:cNvCxnSpPr/>
            <p:nvPr/>
          </p:nvCxnSpPr>
          <p:spPr>
            <a:xfrm>
              <a:off x="6096000" y="3273464"/>
              <a:ext cx="0" cy="16525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5BFC39-F5BA-48E0-B540-47F3529FA492}"/>
              </a:ext>
            </a:extLst>
          </p:cNvPr>
          <p:cNvGrpSpPr/>
          <p:nvPr/>
        </p:nvGrpSpPr>
        <p:grpSpPr>
          <a:xfrm>
            <a:off x="8742218" y="3000626"/>
            <a:ext cx="2085346" cy="2615354"/>
            <a:chOff x="8742218" y="3000626"/>
            <a:chExt cx="2085346" cy="261535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CABF77F-33E2-43DD-A4CA-BE91DFB4B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96319" y="3411413"/>
              <a:ext cx="1427654" cy="14276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8EA80EE-B131-4842-A10D-710B821ECF76}"/>
                </a:ext>
              </a:extLst>
            </p:cNvPr>
            <p:cNvSpPr txBox="1"/>
            <p:nvPr/>
          </p:nvSpPr>
          <p:spPr>
            <a:xfrm>
              <a:off x="9192727" y="4969649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 my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Patreon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" name="Picture 27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1E90C789-49CA-4558-849C-19FB67DCE4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5140" b="31257"/>
            <a:stretch/>
          </p:blipFill>
          <p:spPr>
            <a:xfrm>
              <a:off x="9491669" y="3000626"/>
              <a:ext cx="1036952" cy="348436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BD3C8F4-3A8C-403F-B1A7-F513DC396115}"/>
                </a:ext>
              </a:extLst>
            </p:cNvPr>
            <p:cNvCxnSpPr/>
            <p:nvPr/>
          </p:nvCxnSpPr>
          <p:spPr>
            <a:xfrm>
              <a:off x="8742218" y="3273464"/>
              <a:ext cx="0" cy="16525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6903050F-AE92-4EBA-B320-4B7AE2E78F6D}"/>
              </a:ext>
            </a:extLst>
          </p:cNvPr>
          <p:cNvSpPr/>
          <p:nvPr/>
        </p:nvSpPr>
        <p:spPr>
          <a:xfrm flipH="1">
            <a:off x="0" y="6019796"/>
            <a:ext cx="12192000" cy="838203"/>
          </a:xfrm>
          <a:prstGeom prst="rtTriangle">
            <a:avLst/>
          </a:prstGeom>
          <a:solidFill>
            <a:srgbClr val="57C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672AC22-9FD3-474B-9437-946FE9168149}"/>
              </a:ext>
            </a:extLst>
          </p:cNvPr>
          <p:cNvSpPr/>
          <p:nvPr/>
        </p:nvSpPr>
        <p:spPr>
          <a:xfrm>
            <a:off x="0" y="6165996"/>
            <a:ext cx="12192000" cy="692004"/>
          </a:xfrm>
          <a:prstGeom prst="rtTriangle">
            <a:avLst/>
          </a:prstGeom>
          <a:solidFill>
            <a:srgbClr val="1B3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45F4B-9437-4618-9534-60A547729295}"/>
              </a:ext>
            </a:extLst>
          </p:cNvPr>
          <p:cNvSpPr txBox="1"/>
          <p:nvPr/>
        </p:nvSpPr>
        <p:spPr>
          <a:xfrm>
            <a:off x="4181288" y="5683770"/>
            <a:ext cx="4029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SCAN THE QRCODES</a:t>
            </a:r>
          </a:p>
        </p:txBody>
      </p:sp>
    </p:spTree>
    <p:extLst>
      <p:ext uri="{BB962C8B-B14F-4D97-AF65-F5344CB8AC3E}">
        <p14:creationId xmlns:p14="http://schemas.microsoft.com/office/powerpoint/2010/main" val="1008397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8000">
              <a:srgbClr val="D8DDE3"/>
            </a:gs>
            <a:gs pos="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B5D496-CE4B-5E71-0BDE-D859BACB9934}"/>
              </a:ext>
            </a:extLst>
          </p:cNvPr>
          <p:cNvGrpSpPr/>
          <p:nvPr/>
        </p:nvGrpSpPr>
        <p:grpSpPr>
          <a:xfrm>
            <a:off x="905510" y="0"/>
            <a:ext cx="1526829" cy="4978402"/>
            <a:chOff x="905510" y="0"/>
            <a:chExt cx="1526829" cy="4978402"/>
          </a:xfrm>
          <a:effectLst>
            <a:reflection blurRad="76200" endPos="28000" dist="203200" dir="5400000" sy="-100000" algn="bl" rotWithShape="0"/>
          </a:effectLst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76F6C9D-3164-5DE4-F37D-8CF720A4BB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4404" y="2138809"/>
              <a:ext cx="14521" cy="1170000"/>
            </a:xfrm>
            <a:prstGeom prst="line">
              <a:avLst/>
            </a:prstGeom>
            <a:ln>
              <a:solidFill>
                <a:schemeClr val="tx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51BDFCB-8362-6880-8144-D6333FF32A31}"/>
                </a:ext>
              </a:extLst>
            </p:cNvPr>
            <p:cNvSpPr/>
            <p:nvPr/>
          </p:nvSpPr>
          <p:spPr>
            <a:xfrm rot="8100000">
              <a:off x="1168032" y="1102827"/>
              <a:ext cx="1001786" cy="1001786"/>
            </a:xfrm>
            <a:custGeom>
              <a:avLst/>
              <a:gdLst>
                <a:gd name="connsiteX0" fmla="*/ 145862 w 1001786"/>
                <a:gd name="connsiteY0" fmla="*/ 868259 h 1001786"/>
                <a:gd name="connsiteX1" fmla="*/ 215960 w 1001786"/>
                <a:gd name="connsiteY1" fmla="*/ 868259 h 1001786"/>
                <a:gd name="connsiteX2" fmla="*/ 215960 w 1001786"/>
                <a:gd name="connsiteY2" fmla="*/ 798161 h 1001786"/>
                <a:gd name="connsiteX3" fmla="*/ 145862 w 1001786"/>
                <a:gd name="connsiteY3" fmla="*/ 798161 h 1001786"/>
                <a:gd name="connsiteX4" fmla="*/ 145862 w 1001786"/>
                <a:gd name="connsiteY4" fmla="*/ 868259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45862" y="868259"/>
                  </a:moveTo>
                  <a:cubicBezTo>
                    <a:pt x="165219" y="887616"/>
                    <a:pt x="196603" y="887616"/>
                    <a:pt x="215960" y="868259"/>
                  </a:cubicBezTo>
                  <a:cubicBezTo>
                    <a:pt x="235317" y="848902"/>
                    <a:pt x="235317" y="817518"/>
                    <a:pt x="215960" y="798161"/>
                  </a:cubicBezTo>
                  <a:cubicBezTo>
                    <a:pt x="196603" y="778804"/>
                    <a:pt x="165219" y="778804"/>
                    <a:pt x="145862" y="798161"/>
                  </a:cubicBezTo>
                  <a:cubicBezTo>
                    <a:pt x="126504" y="817518"/>
                    <a:pt x="126504" y="848902"/>
                    <a:pt x="145862" y="868259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D2FFF4-498C-30F5-0231-B53279D6D52C}"/>
                </a:ext>
              </a:extLst>
            </p:cNvPr>
            <p:cNvGrpSpPr/>
            <p:nvPr/>
          </p:nvGrpSpPr>
          <p:grpSpPr>
            <a:xfrm>
              <a:off x="905510" y="3022602"/>
              <a:ext cx="1526829" cy="1955800"/>
              <a:chOff x="1116185" y="2848429"/>
              <a:chExt cx="1526829" cy="1955800"/>
            </a:xfrm>
          </p:grpSpPr>
          <p:sp>
            <p:nvSpPr>
              <p:cNvPr id="26" name="Right Brace 25">
                <a:extLst>
                  <a:ext uri="{FF2B5EF4-FFF2-40B4-BE49-F238E27FC236}">
                    <a16:creationId xmlns:a16="http://schemas.microsoft.com/office/drawing/2014/main" id="{7F7B5F9B-4833-6605-AC83-C375A57FE1A5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FFFF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Top Corners Rounded 26">
                <a:extLst>
                  <a:ext uri="{FF2B5EF4-FFF2-40B4-BE49-F238E27FC236}">
                    <a16:creationId xmlns:a16="http://schemas.microsoft.com/office/drawing/2014/main" id="{8C74DBDA-01A9-C95D-FA2F-C7B0C75128CB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F22BF4-2F5A-485F-16CE-A55034F390F9}"/>
                </a:ext>
              </a:extLst>
            </p:cNvPr>
            <p:cNvSpPr/>
            <p:nvPr/>
          </p:nvSpPr>
          <p:spPr>
            <a:xfrm>
              <a:off x="1563059" y="2567270"/>
              <a:ext cx="211730" cy="21173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9973133-C9AF-43F9-1390-83250C61BC5D}"/>
                </a:ext>
              </a:extLst>
            </p:cNvPr>
            <p:cNvSpPr txBox="1"/>
            <p:nvPr/>
          </p:nvSpPr>
          <p:spPr>
            <a:xfrm>
              <a:off x="1272696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61030E-13CD-9527-587E-B43873F76832}"/>
                </a:ext>
              </a:extLst>
            </p:cNvPr>
            <p:cNvSpPr txBox="1"/>
            <p:nvPr/>
          </p:nvSpPr>
          <p:spPr>
            <a:xfrm>
              <a:off x="1063350" y="3621512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D923EC-D772-8C90-22DF-F61B9BCE10C6}"/>
                </a:ext>
              </a:extLst>
            </p:cNvPr>
            <p:cNvSpPr txBox="1"/>
            <p:nvPr/>
          </p:nvSpPr>
          <p:spPr>
            <a:xfrm>
              <a:off x="963859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7C7C687-9146-540D-CC36-1E8C7EC34156}"/>
                </a:ext>
              </a:extLst>
            </p:cNvPr>
            <p:cNvGrpSpPr/>
            <p:nvPr/>
          </p:nvGrpSpPr>
          <p:grpSpPr>
            <a:xfrm>
              <a:off x="1574067" y="0"/>
              <a:ext cx="160027" cy="1178923"/>
              <a:chOff x="1574067" y="0"/>
              <a:chExt cx="160027" cy="1178923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CD9C08E-BB4B-CD9A-31CD-556CD771F07B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0AA0935-9DDF-5966-9F7F-92204ECBF236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5809705-C9AD-CC2F-9362-F1C9731CAD82}"/>
              </a:ext>
            </a:extLst>
          </p:cNvPr>
          <p:cNvGrpSpPr/>
          <p:nvPr/>
        </p:nvGrpSpPr>
        <p:grpSpPr>
          <a:xfrm>
            <a:off x="3176996" y="0"/>
            <a:ext cx="1526829" cy="4978402"/>
            <a:chOff x="3176996" y="0"/>
            <a:chExt cx="1526829" cy="4978402"/>
          </a:xfrm>
          <a:effectLst>
            <a:reflection blurRad="76200" endPos="28000" dist="203200" dir="5400000" sy="-100000" algn="bl" rotWithShape="0"/>
          </a:effectLst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2FFA8CA-60BB-FD11-4172-E1CC445E33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5890" y="2138809"/>
              <a:ext cx="14521" cy="1170000"/>
            </a:xfrm>
            <a:prstGeom prst="line">
              <a:avLst/>
            </a:prstGeom>
            <a:ln>
              <a:solidFill>
                <a:schemeClr val="tx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469C586-CABA-42D2-4CC4-98A5D57FE744}"/>
                </a:ext>
              </a:extLst>
            </p:cNvPr>
            <p:cNvSpPr/>
            <p:nvPr/>
          </p:nvSpPr>
          <p:spPr>
            <a:xfrm rot="8100000">
              <a:off x="3439518" y="1102827"/>
              <a:ext cx="1001786" cy="1001786"/>
            </a:xfrm>
            <a:custGeom>
              <a:avLst/>
              <a:gdLst>
                <a:gd name="connsiteX0" fmla="*/ 163944 w 1001786"/>
                <a:gd name="connsiteY0" fmla="*/ 886341 h 1001786"/>
                <a:gd name="connsiteX1" fmla="*/ 234042 w 1001786"/>
                <a:gd name="connsiteY1" fmla="*/ 886341 h 1001786"/>
                <a:gd name="connsiteX2" fmla="*/ 234042 w 1001786"/>
                <a:gd name="connsiteY2" fmla="*/ 816243 h 1001786"/>
                <a:gd name="connsiteX3" fmla="*/ 163944 w 1001786"/>
                <a:gd name="connsiteY3" fmla="*/ 816243 h 1001786"/>
                <a:gd name="connsiteX4" fmla="*/ 163944 w 1001786"/>
                <a:gd name="connsiteY4" fmla="*/ 886341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63944" y="886341"/>
                  </a:moveTo>
                  <a:cubicBezTo>
                    <a:pt x="183301" y="905698"/>
                    <a:pt x="214685" y="905698"/>
                    <a:pt x="234042" y="886341"/>
                  </a:cubicBezTo>
                  <a:cubicBezTo>
                    <a:pt x="253399" y="866984"/>
                    <a:pt x="253399" y="835600"/>
                    <a:pt x="234042" y="816243"/>
                  </a:cubicBezTo>
                  <a:cubicBezTo>
                    <a:pt x="214685" y="796886"/>
                    <a:pt x="183301" y="796886"/>
                    <a:pt x="163944" y="816243"/>
                  </a:cubicBezTo>
                  <a:cubicBezTo>
                    <a:pt x="144587" y="835600"/>
                    <a:pt x="144587" y="866984"/>
                    <a:pt x="163944" y="886341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BB3E997-8D86-DFA6-C844-FC5AA43BA9B9}"/>
                </a:ext>
              </a:extLst>
            </p:cNvPr>
            <p:cNvGrpSpPr/>
            <p:nvPr/>
          </p:nvGrpSpPr>
          <p:grpSpPr>
            <a:xfrm>
              <a:off x="3176996" y="3022602"/>
              <a:ext cx="1526829" cy="1955800"/>
              <a:chOff x="1116185" y="2848429"/>
              <a:chExt cx="1526829" cy="1955800"/>
            </a:xfrm>
          </p:grpSpPr>
          <p:sp>
            <p:nvSpPr>
              <p:cNvPr id="58" name="Right Brace 57">
                <a:extLst>
                  <a:ext uri="{FF2B5EF4-FFF2-40B4-BE49-F238E27FC236}">
                    <a16:creationId xmlns:a16="http://schemas.microsoft.com/office/drawing/2014/main" id="{4399B4EA-CE3E-1F06-B94F-114F3ABD0843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: Top Corners Rounded 59">
                <a:extLst>
                  <a:ext uri="{FF2B5EF4-FFF2-40B4-BE49-F238E27FC236}">
                    <a16:creationId xmlns:a16="http://schemas.microsoft.com/office/drawing/2014/main" id="{246E4FBD-C8BF-2E25-3583-BBDD9C2C4101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DDEB16C-222B-2479-DD22-942B3CD70DBB}"/>
                </a:ext>
              </a:extLst>
            </p:cNvPr>
            <p:cNvSpPr/>
            <p:nvPr/>
          </p:nvSpPr>
          <p:spPr>
            <a:xfrm>
              <a:off x="3834545" y="2567270"/>
              <a:ext cx="211730" cy="21173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48BD53A-168E-69EE-F230-F45527368D91}"/>
                </a:ext>
              </a:extLst>
            </p:cNvPr>
            <p:cNvSpPr txBox="1"/>
            <p:nvPr/>
          </p:nvSpPr>
          <p:spPr>
            <a:xfrm>
              <a:off x="3558702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02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367595F-C839-4EE6-DD35-1184C72836E8}"/>
                </a:ext>
              </a:extLst>
            </p:cNvPr>
            <p:cNvSpPr txBox="1"/>
            <p:nvPr/>
          </p:nvSpPr>
          <p:spPr>
            <a:xfrm>
              <a:off x="3300544" y="360765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11989EF-02B4-BC24-26AF-CCC92FF8AF65}"/>
                </a:ext>
              </a:extLst>
            </p:cNvPr>
            <p:cNvSpPr txBox="1"/>
            <p:nvPr/>
          </p:nvSpPr>
          <p:spPr>
            <a:xfrm>
              <a:off x="3201053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BA837CA-96FF-10E2-900F-A73A95D4239F}"/>
                </a:ext>
              </a:extLst>
            </p:cNvPr>
            <p:cNvGrpSpPr/>
            <p:nvPr/>
          </p:nvGrpSpPr>
          <p:grpSpPr>
            <a:xfrm>
              <a:off x="3805530" y="0"/>
              <a:ext cx="160027" cy="1178923"/>
              <a:chOff x="1574067" y="0"/>
              <a:chExt cx="160027" cy="1178923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811831A-B54C-032F-FDA2-BD31BCC4BDBD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1E26F8A-5DD3-A12D-44A4-A34E534AF225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FB79CB3-7768-0E17-A89C-D30724C52056}"/>
              </a:ext>
            </a:extLst>
          </p:cNvPr>
          <p:cNvGrpSpPr/>
          <p:nvPr/>
        </p:nvGrpSpPr>
        <p:grpSpPr>
          <a:xfrm>
            <a:off x="5448482" y="0"/>
            <a:ext cx="1526829" cy="4978402"/>
            <a:chOff x="5448482" y="0"/>
            <a:chExt cx="1526829" cy="4978402"/>
          </a:xfrm>
          <a:effectLst>
            <a:reflection blurRad="76200" endPos="28000" dist="203200" dir="5400000" sy="-100000" algn="bl" rotWithShape="0"/>
          </a:effectLst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CAF0F47-E9F3-8E9F-2BBA-20589E1C6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376" y="2138809"/>
              <a:ext cx="14521" cy="1170000"/>
            </a:xfrm>
            <a:prstGeom prst="line">
              <a:avLst/>
            </a:prstGeom>
            <a:ln>
              <a:solidFill>
                <a:schemeClr val="tx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769FC20-FE80-3DE7-4AC7-D7BC14E18C43}"/>
                </a:ext>
              </a:extLst>
            </p:cNvPr>
            <p:cNvSpPr/>
            <p:nvPr/>
          </p:nvSpPr>
          <p:spPr>
            <a:xfrm rot="8100000">
              <a:off x="5711004" y="1102827"/>
              <a:ext cx="1001786" cy="1001786"/>
            </a:xfrm>
            <a:custGeom>
              <a:avLst/>
              <a:gdLst>
                <a:gd name="connsiteX0" fmla="*/ 129461 w 1001786"/>
                <a:gd name="connsiteY0" fmla="*/ 851859 h 1001786"/>
                <a:gd name="connsiteX1" fmla="*/ 199559 w 1001786"/>
                <a:gd name="connsiteY1" fmla="*/ 851859 h 1001786"/>
                <a:gd name="connsiteX2" fmla="*/ 199559 w 1001786"/>
                <a:gd name="connsiteY2" fmla="*/ 781760 h 1001786"/>
                <a:gd name="connsiteX3" fmla="*/ 129461 w 1001786"/>
                <a:gd name="connsiteY3" fmla="*/ 781760 h 1001786"/>
                <a:gd name="connsiteX4" fmla="*/ 129461 w 1001786"/>
                <a:gd name="connsiteY4" fmla="*/ 851859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29461" y="851859"/>
                  </a:moveTo>
                  <a:cubicBezTo>
                    <a:pt x="148818" y="871216"/>
                    <a:pt x="180202" y="871216"/>
                    <a:pt x="199559" y="851859"/>
                  </a:cubicBezTo>
                  <a:cubicBezTo>
                    <a:pt x="218916" y="832502"/>
                    <a:pt x="218916" y="801117"/>
                    <a:pt x="199559" y="781760"/>
                  </a:cubicBezTo>
                  <a:cubicBezTo>
                    <a:pt x="180202" y="762403"/>
                    <a:pt x="148818" y="762403"/>
                    <a:pt x="129461" y="781760"/>
                  </a:cubicBezTo>
                  <a:cubicBezTo>
                    <a:pt x="110104" y="801117"/>
                    <a:pt x="110104" y="832502"/>
                    <a:pt x="129461" y="851859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D827FDD2-48E3-963A-39D6-92A0C6E7A518}"/>
                </a:ext>
              </a:extLst>
            </p:cNvPr>
            <p:cNvGrpSpPr/>
            <p:nvPr/>
          </p:nvGrpSpPr>
          <p:grpSpPr>
            <a:xfrm>
              <a:off x="5448482" y="3022602"/>
              <a:ext cx="1526829" cy="1955800"/>
              <a:chOff x="1116185" y="2848429"/>
              <a:chExt cx="1526829" cy="1955800"/>
            </a:xfrm>
          </p:grpSpPr>
          <p:sp>
            <p:nvSpPr>
              <p:cNvPr id="84" name="Right Brace 83">
                <a:extLst>
                  <a:ext uri="{FF2B5EF4-FFF2-40B4-BE49-F238E27FC236}">
                    <a16:creationId xmlns:a16="http://schemas.microsoft.com/office/drawing/2014/main" id="{903AC463-D3C4-0FAB-6740-83A7B124E206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: Top Corners Rounded 88">
                <a:extLst>
                  <a:ext uri="{FF2B5EF4-FFF2-40B4-BE49-F238E27FC236}">
                    <a16:creationId xmlns:a16="http://schemas.microsoft.com/office/drawing/2014/main" id="{6FA6F768-5F70-F2FE-1E99-E74D7F460111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6DE6855-2AFC-4878-7ECE-6638BC975251}"/>
                </a:ext>
              </a:extLst>
            </p:cNvPr>
            <p:cNvSpPr/>
            <p:nvPr/>
          </p:nvSpPr>
          <p:spPr>
            <a:xfrm>
              <a:off x="6106031" y="2567270"/>
              <a:ext cx="211730" cy="21173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559A8D2-C9F7-0EB0-825F-82C4E1D82CDE}"/>
                </a:ext>
              </a:extLst>
            </p:cNvPr>
            <p:cNvSpPr txBox="1"/>
            <p:nvPr/>
          </p:nvSpPr>
          <p:spPr>
            <a:xfrm>
              <a:off x="583018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03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26C6038-D127-2264-3A2E-0BBA1ED18DAC}"/>
                </a:ext>
              </a:extLst>
            </p:cNvPr>
            <p:cNvSpPr txBox="1"/>
            <p:nvPr/>
          </p:nvSpPr>
          <p:spPr>
            <a:xfrm>
              <a:off x="5591802" y="360765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783076E-B409-234E-E903-C07CF37D6747}"/>
                </a:ext>
              </a:extLst>
            </p:cNvPr>
            <p:cNvSpPr txBox="1"/>
            <p:nvPr/>
          </p:nvSpPr>
          <p:spPr>
            <a:xfrm>
              <a:off x="5492311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0223A89-C0B7-11F9-6D6B-D63AC9F44CD9}"/>
                </a:ext>
              </a:extLst>
            </p:cNvPr>
            <p:cNvGrpSpPr/>
            <p:nvPr/>
          </p:nvGrpSpPr>
          <p:grpSpPr>
            <a:xfrm>
              <a:off x="6131881" y="0"/>
              <a:ext cx="160027" cy="1178923"/>
              <a:chOff x="1574067" y="0"/>
              <a:chExt cx="160027" cy="1178923"/>
            </a:xfrm>
          </p:grpSpPr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72F78BD-9320-5939-311B-3AC5B54DBCA1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77F5AC4-2DE8-0498-B545-A549F45F918F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35EE620-3DC7-9B44-5C14-4A61322B60E0}"/>
              </a:ext>
            </a:extLst>
          </p:cNvPr>
          <p:cNvGrpSpPr/>
          <p:nvPr/>
        </p:nvGrpSpPr>
        <p:grpSpPr>
          <a:xfrm>
            <a:off x="7719968" y="0"/>
            <a:ext cx="1526829" cy="4978402"/>
            <a:chOff x="7719968" y="0"/>
            <a:chExt cx="1526829" cy="4978402"/>
          </a:xfrm>
          <a:effectLst>
            <a:reflection blurRad="76200" endPos="28000" dist="203200" dir="5400000" sy="-100000" algn="bl" rotWithShape="0"/>
          </a:effectLst>
        </p:grpSpPr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9535EE0-4B59-3B5D-3B5E-EAEF43B4D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8862" y="2138809"/>
              <a:ext cx="14521" cy="1170000"/>
            </a:xfrm>
            <a:prstGeom prst="line">
              <a:avLst/>
            </a:prstGeom>
            <a:ln>
              <a:solidFill>
                <a:schemeClr val="tx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4CFAB71-A441-570E-109E-178F58559BF4}"/>
                </a:ext>
              </a:extLst>
            </p:cNvPr>
            <p:cNvSpPr/>
            <p:nvPr/>
          </p:nvSpPr>
          <p:spPr>
            <a:xfrm rot="8100000">
              <a:off x="7982490" y="1102827"/>
              <a:ext cx="1001786" cy="1001786"/>
            </a:xfrm>
            <a:custGeom>
              <a:avLst/>
              <a:gdLst>
                <a:gd name="connsiteX0" fmla="*/ 119193 w 1001786"/>
                <a:gd name="connsiteY0" fmla="*/ 841591 h 1001786"/>
                <a:gd name="connsiteX1" fmla="*/ 189291 w 1001786"/>
                <a:gd name="connsiteY1" fmla="*/ 841591 h 1001786"/>
                <a:gd name="connsiteX2" fmla="*/ 189291 w 1001786"/>
                <a:gd name="connsiteY2" fmla="*/ 771492 h 1001786"/>
                <a:gd name="connsiteX3" fmla="*/ 119193 w 1001786"/>
                <a:gd name="connsiteY3" fmla="*/ 771492 h 1001786"/>
                <a:gd name="connsiteX4" fmla="*/ 119193 w 1001786"/>
                <a:gd name="connsiteY4" fmla="*/ 841591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19193" y="841591"/>
                  </a:moveTo>
                  <a:cubicBezTo>
                    <a:pt x="138550" y="860948"/>
                    <a:pt x="169934" y="860948"/>
                    <a:pt x="189291" y="841591"/>
                  </a:cubicBezTo>
                  <a:cubicBezTo>
                    <a:pt x="208648" y="822234"/>
                    <a:pt x="208648" y="790849"/>
                    <a:pt x="189291" y="771492"/>
                  </a:cubicBezTo>
                  <a:cubicBezTo>
                    <a:pt x="169934" y="752135"/>
                    <a:pt x="138550" y="752135"/>
                    <a:pt x="119193" y="771492"/>
                  </a:cubicBezTo>
                  <a:cubicBezTo>
                    <a:pt x="99836" y="790849"/>
                    <a:pt x="99836" y="822234"/>
                    <a:pt x="119193" y="841591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F1ED9239-5B5E-D09C-30A8-8C0C0067E7EE}"/>
                </a:ext>
              </a:extLst>
            </p:cNvPr>
            <p:cNvGrpSpPr/>
            <p:nvPr/>
          </p:nvGrpSpPr>
          <p:grpSpPr>
            <a:xfrm>
              <a:off x="7719968" y="3022602"/>
              <a:ext cx="1526829" cy="1955800"/>
              <a:chOff x="1116185" y="2848429"/>
              <a:chExt cx="1526829" cy="1955800"/>
            </a:xfrm>
          </p:grpSpPr>
          <p:sp>
            <p:nvSpPr>
              <p:cNvPr id="125" name="Right Brace 124">
                <a:extLst>
                  <a:ext uri="{FF2B5EF4-FFF2-40B4-BE49-F238E27FC236}">
                    <a16:creationId xmlns:a16="http://schemas.microsoft.com/office/drawing/2014/main" id="{D70483DF-1913-C48A-FD89-831E7810591A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FD727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Rectangle: Top Corners Rounded 125">
                <a:extLst>
                  <a:ext uri="{FF2B5EF4-FFF2-40B4-BE49-F238E27FC236}">
                    <a16:creationId xmlns:a16="http://schemas.microsoft.com/office/drawing/2014/main" id="{038A33AD-563D-27B7-85C8-E5BE0FEC2CFA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4A7B97C-28DD-BF97-B72D-23362A89773F}"/>
                </a:ext>
              </a:extLst>
            </p:cNvPr>
            <p:cNvSpPr/>
            <p:nvPr/>
          </p:nvSpPr>
          <p:spPr>
            <a:xfrm>
              <a:off x="8377517" y="2567270"/>
              <a:ext cx="211730" cy="211730"/>
            </a:xfrm>
            <a:prstGeom prst="ellipse">
              <a:avLst/>
            </a:pr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69B8041-77F3-5459-335A-BCA3DA8279C9}"/>
                </a:ext>
              </a:extLst>
            </p:cNvPr>
            <p:cNvSpPr txBox="1"/>
            <p:nvPr/>
          </p:nvSpPr>
          <p:spPr>
            <a:xfrm>
              <a:off x="8101674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04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9F54130-B9D4-B584-5FF7-D367310D5484}"/>
                </a:ext>
              </a:extLst>
            </p:cNvPr>
            <p:cNvSpPr txBox="1"/>
            <p:nvPr/>
          </p:nvSpPr>
          <p:spPr>
            <a:xfrm>
              <a:off x="7877809" y="3621512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97830BA-0608-F5FF-5AEC-98BEB32C0883}"/>
                </a:ext>
              </a:extLst>
            </p:cNvPr>
            <p:cNvSpPr txBox="1"/>
            <p:nvPr/>
          </p:nvSpPr>
          <p:spPr>
            <a:xfrm>
              <a:off x="7778318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387D92B-C3F8-4B48-21C5-E000B55DEC18}"/>
                </a:ext>
              </a:extLst>
            </p:cNvPr>
            <p:cNvGrpSpPr/>
            <p:nvPr/>
          </p:nvGrpSpPr>
          <p:grpSpPr>
            <a:xfrm>
              <a:off x="8425107" y="0"/>
              <a:ext cx="160027" cy="1178923"/>
              <a:chOff x="1574067" y="0"/>
              <a:chExt cx="160027" cy="1178923"/>
            </a:xfrm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D2CC05F0-9895-0F7F-C940-9E41CEB1A64D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C8865E06-FABB-54E0-3FCD-59602367557D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2C5460C-1C3B-2330-E3A4-ECD25A2BC570}"/>
              </a:ext>
            </a:extLst>
          </p:cNvPr>
          <p:cNvGrpSpPr/>
          <p:nvPr/>
        </p:nvGrpSpPr>
        <p:grpSpPr>
          <a:xfrm>
            <a:off x="9991452" y="0"/>
            <a:ext cx="1526829" cy="4978402"/>
            <a:chOff x="9991452" y="0"/>
            <a:chExt cx="1526829" cy="4978402"/>
          </a:xfrm>
          <a:effectLst>
            <a:reflection blurRad="76200" endPos="28000" dist="203200" dir="5400000" sy="-100000" algn="bl" rotWithShape="0"/>
          </a:effectLst>
        </p:grpSpPr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D31154C-5A27-4524-3755-F467548D1D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0346" y="2138809"/>
              <a:ext cx="14521" cy="1170000"/>
            </a:xfrm>
            <a:prstGeom prst="line">
              <a:avLst/>
            </a:prstGeom>
            <a:ln>
              <a:solidFill>
                <a:schemeClr val="tx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445366-D841-95CA-A119-7622D2FFA8B1}"/>
                </a:ext>
              </a:extLst>
            </p:cNvPr>
            <p:cNvSpPr/>
            <p:nvPr/>
          </p:nvSpPr>
          <p:spPr>
            <a:xfrm rot="8100000">
              <a:off x="10253974" y="1102827"/>
              <a:ext cx="1001786" cy="1001786"/>
            </a:xfrm>
            <a:custGeom>
              <a:avLst/>
              <a:gdLst>
                <a:gd name="connsiteX0" fmla="*/ 144828 w 1001786"/>
                <a:gd name="connsiteY0" fmla="*/ 867226 h 1001786"/>
                <a:gd name="connsiteX1" fmla="*/ 214927 w 1001786"/>
                <a:gd name="connsiteY1" fmla="*/ 867226 h 1001786"/>
                <a:gd name="connsiteX2" fmla="*/ 214927 w 1001786"/>
                <a:gd name="connsiteY2" fmla="*/ 797128 h 1001786"/>
                <a:gd name="connsiteX3" fmla="*/ 144828 w 1001786"/>
                <a:gd name="connsiteY3" fmla="*/ 797128 h 1001786"/>
                <a:gd name="connsiteX4" fmla="*/ 144828 w 1001786"/>
                <a:gd name="connsiteY4" fmla="*/ 867226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44828" y="867226"/>
                  </a:moveTo>
                  <a:cubicBezTo>
                    <a:pt x="164185" y="886583"/>
                    <a:pt x="195570" y="886583"/>
                    <a:pt x="214927" y="867226"/>
                  </a:cubicBezTo>
                  <a:cubicBezTo>
                    <a:pt x="234284" y="847869"/>
                    <a:pt x="234284" y="816485"/>
                    <a:pt x="214927" y="797128"/>
                  </a:cubicBezTo>
                  <a:cubicBezTo>
                    <a:pt x="195570" y="777771"/>
                    <a:pt x="164185" y="777771"/>
                    <a:pt x="144828" y="797128"/>
                  </a:cubicBezTo>
                  <a:cubicBezTo>
                    <a:pt x="125471" y="816485"/>
                    <a:pt x="125471" y="847869"/>
                    <a:pt x="144828" y="867226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28BFD0E-C694-95F9-886A-F01A5F84A0C6}"/>
                </a:ext>
              </a:extLst>
            </p:cNvPr>
            <p:cNvGrpSpPr/>
            <p:nvPr/>
          </p:nvGrpSpPr>
          <p:grpSpPr>
            <a:xfrm>
              <a:off x="9991452" y="3022602"/>
              <a:ext cx="1526829" cy="1955800"/>
              <a:chOff x="1116185" y="2848429"/>
              <a:chExt cx="1526829" cy="1955800"/>
            </a:xfrm>
          </p:grpSpPr>
          <p:sp>
            <p:nvSpPr>
              <p:cNvPr id="138" name="Right Brace 137">
                <a:extLst>
                  <a:ext uri="{FF2B5EF4-FFF2-40B4-BE49-F238E27FC236}">
                    <a16:creationId xmlns:a16="http://schemas.microsoft.com/office/drawing/2014/main" id="{3EDC5E0C-7F2D-6C36-1BAE-CEF5F235E782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FF00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: Top Corners Rounded 138">
                <a:extLst>
                  <a:ext uri="{FF2B5EF4-FFF2-40B4-BE49-F238E27FC236}">
                    <a16:creationId xmlns:a16="http://schemas.microsoft.com/office/drawing/2014/main" id="{6D6713FD-B11F-95C5-B6D0-C8EB2C61EFF8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3E14D7D-F047-8CC9-61C7-F37C352D27AC}"/>
                </a:ext>
              </a:extLst>
            </p:cNvPr>
            <p:cNvSpPr/>
            <p:nvPr/>
          </p:nvSpPr>
          <p:spPr>
            <a:xfrm>
              <a:off x="10649001" y="2567270"/>
              <a:ext cx="211730" cy="211730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7D0904C-3139-BE57-95FD-5EE9D96CBE13}"/>
                </a:ext>
              </a:extLst>
            </p:cNvPr>
            <p:cNvSpPr txBox="1"/>
            <p:nvPr/>
          </p:nvSpPr>
          <p:spPr>
            <a:xfrm>
              <a:off x="1037315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05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EE0657D-A094-7A7D-F4A2-D6421223D7D0}"/>
                </a:ext>
              </a:extLst>
            </p:cNvPr>
            <p:cNvSpPr txBox="1"/>
            <p:nvPr/>
          </p:nvSpPr>
          <p:spPr>
            <a:xfrm>
              <a:off x="10149293" y="3621512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B92D706-8ABA-E676-D955-01B3BFE3797A}"/>
                </a:ext>
              </a:extLst>
            </p:cNvPr>
            <p:cNvSpPr txBox="1"/>
            <p:nvPr/>
          </p:nvSpPr>
          <p:spPr>
            <a:xfrm>
              <a:off x="10049802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9633760-6757-72F7-4921-8625CB6D0CB7}"/>
                </a:ext>
              </a:extLst>
            </p:cNvPr>
            <p:cNvGrpSpPr/>
            <p:nvPr/>
          </p:nvGrpSpPr>
          <p:grpSpPr>
            <a:xfrm>
              <a:off x="10674851" y="0"/>
              <a:ext cx="160027" cy="1178923"/>
              <a:chOff x="1574067" y="0"/>
              <a:chExt cx="160027" cy="1178923"/>
            </a:xfrm>
          </p:grpSpPr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4901841D-8492-C5B4-FE39-3404B326E1EB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11AAB8F8-CD8D-54D5-A56D-BC07C9DF2D89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40" name="Oval 139">
            <a:extLst>
              <a:ext uri="{FF2B5EF4-FFF2-40B4-BE49-F238E27FC236}">
                <a16:creationId xmlns:a16="http://schemas.microsoft.com/office/drawing/2014/main" id="{2E25CFA5-B697-4653-3199-5191F180A1AD}"/>
              </a:ext>
            </a:extLst>
          </p:cNvPr>
          <p:cNvSpPr/>
          <p:nvPr/>
        </p:nvSpPr>
        <p:spPr>
          <a:xfrm>
            <a:off x="884935" y="5044267"/>
            <a:ext cx="1526829" cy="321805"/>
          </a:xfrm>
          <a:prstGeom prst="ellipse">
            <a:avLst/>
          </a:prstGeom>
          <a:solidFill>
            <a:schemeClr val="tx1">
              <a:alpha val="56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7604D7F-EF2B-EC3E-A5CF-C2FFAEA366B1}"/>
              </a:ext>
            </a:extLst>
          </p:cNvPr>
          <p:cNvSpPr/>
          <p:nvPr/>
        </p:nvSpPr>
        <p:spPr>
          <a:xfrm>
            <a:off x="3162475" y="5044267"/>
            <a:ext cx="1526829" cy="321805"/>
          </a:xfrm>
          <a:prstGeom prst="ellipse">
            <a:avLst/>
          </a:prstGeom>
          <a:solidFill>
            <a:schemeClr val="tx1">
              <a:alpha val="56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485A2A19-7C68-C98B-F057-E5105FC4607C}"/>
              </a:ext>
            </a:extLst>
          </p:cNvPr>
          <p:cNvSpPr/>
          <p:nvPr/>
        </p:nvSpPr>
        <p:spPr>
          <a:xfrm>
            <a:off x="5470880" y="5044267"/>
            <a:ext cx="1526829" cy="321805"/>
          </a:xfrm>
          <a:prstGeom prst="ellipse">
            <a:avLst/>
          </a:prstGeom>
          <a:solidFill>
            <a:schemeClr val="tx1">
              <a:alpha val="56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B5EFED4D-C358-2FF8-C106-0F0253A01511}"/>
              </a:ext>
            </a:extLst>
          </p:cNvPr>
          <p:cNvSpPr/>
          <p:nvPr/>
        </p:nvSpPr>
        <p:spPr>
          <a:xfrm>
            <a:off x="7712707" y="5044267"/>
            <a:ext cx="1526829" cy="321805"/>
          </a:xfrm>
          <a:prstGeom prst="ellipse">
            <a:avLst/>
          </a:prstGeom>
          <a:solidFill>
            <a:schemeClr val="tx1">
              <a:alpha val="56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AEE560B2-8F4B-7398-5618-E4F1FC0BE5EE}"/>
              </a:ext>
            </a:extLst>
          </p:cNvPr>
          <p:cNvSpPr/>
          <p:nvPr/>
        </p:nvSpPr>
        <p:spPr>
          <a:xfrm>
            <a:off x="10013850" y="5044267"/>
            <a:ext cx="1526829" cy="321805"/>
          </a:xfrm>
          <a:prstGeom prst="ellipse">
            <a:avLst/>
          </a:prstGeom>
          <a:solidFill>
            <a:schemeClr val="tx1">
              <a:alpha val="56000"/>
            </a:schemeClr>
          </a:solidFill>
          <a:ln>
            <a:noFill/>
          </a:ln>
          <a:effectLst>
            <a:softEdge rad="114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32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2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" fill="hold">
                          <p:stCondLst>
                            <p:cond delay="indefinite"/>
                          </p:stCondLst>
                          <p:childTnLst>
                            <p:par>
                              <p:cTn id="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6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17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200"/>
                                            <p:tgtEl>
                                              <p:spTgt spid="1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2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2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200"/>
                                            <p:tgtEl>
                                              <p:spTgt spid="1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0" fill="hold">
                          <p:stCondLst>
                            <p:cond delay="indefinite"/>
                          </p:stCondLst>
                          <p:childTnLst>
                            <p:par>
                              <p:cTn id="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2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34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35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2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43" dur="10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44" dur="10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00"/>
                                            <p:tgtEl>
                                              <p:spTgt spid="1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0" grpId="0" animBg="1"/>
          <p:bldP spid="141" grpId="0" animBg="1"/>
          <p:bldP spid="142" grpId="0" animBg="1"/>
          <p:bldP spid="143" grpId="0" animBg="1"/>
          <p:bldP spid="14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" dur="2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" fill="hold">
                          <p:stCondLst>
                            <p:cond delay="indefinite"/>
                          </p:stCondLst>
                          <p:childTnLst>
                            <p:par>
                              <p:cTn id="1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200"/>
                                            <p:tgtEl>
                                              <p:spTgt spid="1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200"/>
                                            <p:tgtEl>
                                              <p:spTgt spid="1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0" fill="hold">
                          <p:stCondLst>
                            <p:cond delay="indefinite"/>
                          </p:stCondLst>
                          <p:childTnLst>
                            <p:par>
                              <p:cTn id="3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2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200"/>
                                            <p:tgtEl>
                                              <p:spTgt spid="1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1000" fill="hold"/>
                                            <p:tgtEl>
                                              <p:spTgt spid="1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200"/>
                                            <p:tgtEl>
                                              <p:spTgt spid="1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0" grpId="0" animBg="1"/>
          <p:bldP spid="141" grpId="0" animBg="1"/>
          <p:bldP spid="142" grpId="0" animBg="1"/>
          <p:bldP spid="143" grpId="0" animBg="1"/>
          <p:bldP spid="144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FF28A8BC-0F8C-BF30-F19D-4E5DC50B1FBC}"/>
              </a:ext>
            </a:extLst>
          </p:cNvPr>
          <p:cNvSpPr/>
          <p:nvPr/>
        </p:nvSpPr>
        <p:spPr>
          <a:xfrm>
            <a:off x="0" y="450166"/>
            <a:ext cx="12192000" cy="270270"/>
          </a:xfrm>
          <a:prstGeom prst="rect">
            <a:avLst/>
          </a:prstGeom>
          <a:gradFill>
            <a:gsLst>
              <a:gs pos="6000">
                <a:schemeClr val="bg1">
                  <a:lumMod val="65000"/>
                </a:schemeClr>
              </a:gs>
              <a:gs pos="26000">
                <a:schemeClr val="bg1">
                  <a:lumMod val="85000"/>
                </a:schemeClr>
              </a:gs>
              <a:gs pos="60000">
                <a:schemeClr val="bg1">
                  <a:lumMod val="95000"/>
                </a:schemeClr>
              </a:gs>
              <a:gs pos="92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80219D9-E08B-3AC3-AB67-6E9C24ED4674}"/>
              </a:ext>
            </a:extLst>
          </p:cNvPr>
          <p:cNvGrpSpPr/>
          <p:nvPr/>
        </p:nvGrpSpPr>
        <p:grpSpPr>
          <a:xfrm>
            <a:off x="174172" y="450166"/>
            <a:ext cx="2208627" cy="5716650"/>
            <a:chOff x="174172" y="450166"/>
            <a:chExt cx="2208627" cy="5716650"/>
          </a:xfrm>
          <a:effectLst>
            <a:reflection blurRad="6350" stA="50000" endA="300" endPos="38500" dist="50800" dir="5400000" sy="-100000" algn="bl" rotWithShape="0"/>
          </a:effectLst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370B334E-FA5A-792E-186A-4E5DFDE507DD}"/>
                </a:ext>
              </a:extLst>
            </p:cNvPr>
            <p:cNvGrpSpPr/>
            <p:nvPr/>
          </p:nvGrpSpPr>
          <p:grpSpPr>
            <a:xfrm>
              <a:off x="174172" y="450166"/>
              <a:ext cx="2208627" cy="5716650"/>
              <a:chOff x="998805" y="420914"/>
              <a:chExt cx="2208627" cy="5716650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C0D8E45C-C4E1-E722-E312-15A6C8D0AB11}"/>
                  </a:ext>
                </a:extLst>
              </p:cNvPr>
              <p:cNvSpPr/>
              <p:nvPr/>
            </p:nvSpPr>
            <p:spPr>
              <a:xfrm rot="8100000">
                <a:off x="1526344" y="1906468"/>
                <a:ext cx="1153552" cy="1153552"/>
              </a:xfrm>
              <a:custGeom>
                <a:avLst/>
                <a:gdLst>
                  <a:gd name="connsiteX0" fmla="*/ 202187 w 1153552"/>
                  <a:gd name="connsiteY0" fmla="*/ 951368 h 1153552"/>
                  <a:gd name="connsiteX1" fmla="*/ 344785 w 1153552"/>
                  <a:gd name="connsiteY1" fmla="*/ 951368 h 1153552"/>
                  <a:gd name="connsiteX2" fmla="*/ 344785 w 1153552"/>
                  <a:gd name="connsiteY2" fmla="*/ 808770 h 1153552"/>
                  <a:gd name="connsiteX3" fmla="*/ 202187 w 1153552"/>
                  <a:gd name="connsiteY3" fmla="*/ 808770 h 1153552"/>
                  <a:gd name="connsiteX4" fmla="*/ 202187 w 1153552"/>
                  <a:gd name="connsiteY4" fmla="*/ 951368 h 1153552"/>
                  <a:gd name="connsiteX5" fmla="*/ 133911 w 1153552"/>
                  <a:gd name="connsiteY5" fmla="*/ 1019641 h 1153552"/>
                  <a:gd name="connsiteX6" fmla="*/ 0 w 1153552"/>
                  <a:gd name="connsiteY6" fmla="*/ 696352 h 1153552"/>
                  <a:gd name="connsiteX7" fmla="*/ 457200 w 1153552"/>
                  <a:gd name="connsiteY7" fmla="*/ 239152 h 1153552"/>
                  <a:gd name="connsiteX8" fmla="*/ 1153552 w 1153552"/>
                  <a:gd name="connsiteY8" fmla="*/ 0 h 1153552"/>
                  <a:gd name="connsiteX9" fmla="*/ 914400 w 1153552"/>
                  <a:gd name="connsiteY9" fmla="*/ 696352 h 1153552"/>
                  <a:gd name="connsiteX10" fmla="*/ 457200 w 1153552"/>
                  <a:gd name="connsiteY10" fmla="*/ 1153552 h 1153552"/>
                  <a:gd name="connsiteX11" fmla="*/ 133911 w 1153552"/>
                  <a:gd name="connsiteY11" fmla="*/ 1019641 h 1153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53552" h="1153552">
                    <a:moveTo>
                      <a:pt x="202187" y="951368"/>
                    </a:moveTo>
                    <a:cubicBezTo>
                      <a:pt x="241564" y="990745"/>
                      <a:pt x="305408" y="990745"/>
                      <a:pt x="344785" y="951368"/>
                    </a:cubicBezTo>
                    <a:cubicBezTo>
                      <a:pt x="384162" y="911991"/>
                      <a:pt x="384162" y="848147"/>
                      <a:pt x="344785" y="808770"/>
                    </a:cubicBezTo>
                    <a:cubicBezTo>
                      <a:pt x="305408" y="769393"/>
                      <a:pt x="241564" y="769393"/>
                      <a:pt x="202187" y="808770"/>
                    </a:cubicBezTo>
                    <a:cubicBezTo>
                      <a:pt x="162810" y="848147"/>
                      <a:pt x="162810" y="911991"/>
                      <a:pt x="202187" y="951368"/>
                    </a:cubicBezTo>
                    <a:close/>
                    <a:moveTo>
                      <a:pt x="133911" y="1019641"/>
                    </a:moveTo>
                    <a:cubicBezTo>
                      <a:pt x="51174" y="936905"/>
                      <a:pt x="0" y="822605"/>
                      <a:pt x="0" y="696352"/>
                    </a:cubicBezTo>
                    <a:cubicBezTo>
                      <a:pt x="0" y="443847"/>
                      <a:pt x="204695" y="239152"/>
                      <a:pt x="457200" y="239152"/>
                    </a:cubicBezTo>
                    <a:cubicBezTo>
                      <a:pt x="689317" y="239152"/>
                      <a:pt x="921435" y="159435"/>
                      <a:pt x="1153552" y="0"/>
                    </a:cubicBezTo>
                    <a:cubicBezTo>
                      <a:pt x="994117" y="232117"/>
                      <a:pt x="914400" y="464235"/>
                      <a:pt x="914400" y="696352"/>
                    </a:cubicBezTo>
                    <a:cubicBezTo>
                      <a:pt x="914400" y="948857"/>
                      <a:pt x="709705" y="1153552"/>
                      <a:pt x="457200" y="1153552"/>
                    </a:cubicBezTo>
                    <a:cubicBezTo>
                      <a:pt x="330947" y="1153552"/>
                      <a:pt x="216647" y="1102378"/>
                      <a:pt x="133911" y="1019641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0D94CFB-96A6-C0BD-8988-59C4902A5C72}"/>
                  </a:ext>
                </a:extLst>
              </p:cNvPr>
              <p:cNvSpPr/>
              <p:nvPr/>
            </p:nvSpPr>
            <p:spPr>
              <a:xfrm>
                <a:off x="1967718" y="3513407"/>
                <a:ext cx="270803" cy="27080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F164B94-44C7-60BE-E000-1BD6E62EDC4E}"/>
                  </a:ext>
                </a:extLst>
              </p:cNvPr>
              <p:cNvSpPr/>
              <p:nvPr/>
            </p:nvSpPr>
            <p:spPr>
              <a:xfrm>
                <a:off x="998805" y="4336900"/>
                <a:ext cx="2208627" cy="375778"/>
              </a:xfrm>
              <a:custGeom>
                <a:avLst/>
                <a:gdLst>
                  <a:gd name="connsiteX0" fmla="*/ 0 w 2208627"/>
                  <a:gd name="connsiteY0" fmla="*/ 0 h 375778"/>
                  <a:gd name="connsiteX1" fmla="*/ 2208627 w 2208627"/>
                  <a:gd name="connsiteY1" fmla="*/ 0 h 375778"/>
                  <a:gd name="connsiteX2" fmla="*/ 2208627 w 2208627"/>
                  <a:gd name="connsiteY2" fmla="*/ 375778 h 375778"/>
                  <a:gd name="connsiteX3" fmla="*/ 0 w 2208627"/>
                  <a:gd name="connsiteY3" fmla="*/ 375778 h 375778"/>
                  <a:gd name="connsiteX4" fmla="*/ 0 w 2208627"/>
                  <a:gd name="connsiteY4" fmla="*/ 0 h 375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375778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375778"/>
                    </a:lnTo>
                    <a:lnTo>
                      <a:pt x="0" y="3757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660AB22E-4573-B004-C251-4793E226C7A1}"/>
                  </a:ext>
                </a:extLst>
              </p:cNvPr>
              <p:cNvSpPr/>
              <p:nvPr/>
            </p:nvSpPr>
            <p:spPr>
              <a:xfrm>
                <a:off x="998805" y="4712678"/>
                <a:ext cx="2208627" cy="1424886"/>
              </a:xfrm>
              <a:custGeom>
                <a:avLst/>
                <a:gdLst>
                  <a:gd name="connsiteX0" fmla="*/ 0 w 2208627"/>
                  <a:gd name="connsiteY0" fmla="*/ 0 h 1424886"/>
                  <a:gd name="connsiteX1" fmla="*/ 2208627 w 2208627"/>
                  <a:gd name="connsiteY1" fmla="*/ 0 h 1424886"/>
                  <a:gd name="connsiteX2" fmla="*/ 2208627 w 2208627"/>
                  <a:gd name="connsiteY2" fmla="*/ 1424886 h 1424886"/>
                  <a:gd name="connsiteX3" fmla="*/ 0 w 2208627"/>
                  <a:gd name="connsiteY3" fmla="*/ 1424886 h 1424886"/>
                  <a:gd name="connsiteX4" fmla="*/ 0 w 2208627"/>
                  <a:gd name="connsiteY4" fmla="*/ 0 h 1424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1424886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1424886"/>
                    </a:lnTo>
                    <a:lnTo>
                      <a:pt x="0" y="14248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2DCF751-153D-E8E4-A228-9267F0D55D4F}"/>
                  </a:ext>
                </a:extLst>
              </p:cNvPr>
              <p:cNvCxnSpPr>
                <a:endCxn id="4" idx="0"/>
              </p:cNvCxnSpPr>
              <p:nvPr/>
            </p:nvCxnSpPr>
            <p:spPr>
              <a:xfrm>
                <a:off x="2103120" y="3298928"/>
                <a:ext cx="0" cy="21447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CA36281E-4E50-4645-779A-5828972E8F4E}"/>
                  </a:ext>
                </a:extLst>
              </p:cNvPr>
              <p:cNvCxnSpPr>
                <a:cxnSpLocks/>
                <a:stCxn id="4" idx="4"/>
              </p:cNvCxnSpPr>
              <p:nvPr/>
            </p:nvCxnSpPr>
            <p:spPr>
              <a:xfrm flipH="1">
                <a:off x="2103118" y="3784210"/>
                <a:ext cx="2" cy="55269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31E463D0-AED1-1E66-2282-E3AB6F9B2821}"/>
                  </a:ext>
                </a:extLst>
              </p:cNvPr>
              <p:cNvSpPr/>
              <p:nvPr/>
            </p:nvSpPr>
            <p:spPr>
              <a:xfrm>
                <a:off x="2119086" y="420914"/>
                <a:ext cx="174171" cy="1625600"/>
              </a:xfrm>
              <a:custGeom>
                <a:avLst/>
                <a:gdLst>
                  <a:gd name="connsiteX0" fmla="*/ 0 w 174171"/>
                  <a:gd name="connsiteY0" fmla="*/ 1625600 h 1625600"/>
                  <a:gd name="connsiteX1" fmla="*/ 14514 w 174171"/>
                  <a:gd name="connsiteY1" fmla="*/ 1045029 h 1625600"/>
                  <a:gd name="connsiteX2" fmla="*/ 29028 w 174171"/>
                  <a:gd name="connsiteY2" fmla="*/ 1001486 h 1625600"/>
                  <a:gd name="connsiteX3" fmla="*/ 58057 w 174171"/>
                  <a:gd name="connsiteY3" fmla="*/ 885372 h 1625600"/>
                  <a:gd name="connsiteX4" fmla="*/ 87085 w 174171"/>
                  <a:gd name="connsiteY4" fmla="*/ 624115 h 1625600"/>
                  <a:gd name="connsiteX5" fmla="*/ 116114 w 174171"/>
                  <a:gd name="connsiteY5" fmla="*/ 566057 h 1625600"/>
                  <a:gd name="connsiteX6" fmla="*/ 130628 w 174171"/>
                  <a:gd name="connsiteY6" fmla="*/ 449943 h 1625600"/>
                  <a:gd name="connsiteX7" fmla="*/ 145143 w 174171"/>
                  <a:gd name="connsiteY7" fmla="*/ 290286 h 1625600"/>
                  <a:gd name="connsiteX8" fmla="*/ 159657 w 174171"/>
                  <a:gd name="connsiteY8" fmla="*/ 217715 h 1625600"/>
                  <a:gd name="connsiteX9" fmla="*/ 174171 w 174171"/>
                  <a:gd name="connsiteY9" fmla="*/ 130629 h 1625600"/>
                  <a:gd name="connsiteX10" fmla="*/ 145143 w 174171"/>
                  <a:gd name="connsiteY10" fmla="*/ 43543 h 1625600"/>
                  <a:gd name="connsiteX11" fmla="*/ 87085 w 174171"/>
                  <a:gd name="connsiteY11" fmla="*/ 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" h="1625600">
                    <a:moveTo>
                      <a:pt x="0" y="1625600"/>
                    </a:moveTo>
                    <a:cubicBezTo>
                      <a:pt x="4838" y="1432076"/>
                      <a:pt x="5520" y="1238404"/>
                      <a:pt x="14514" y="1045029"/>
                    </a:cubicBezTo>
                    <a:cubicBezTo>
                      <a:pt x="15225" y="1029746"/>
                      <a:pt x="25317" y="1016329"/>
                      <a:pt x="29028" y="1001486"/>
                    </a:cubicBezTo>
                    <a:lnTo>
                      <a:pt x="58057" y="885372"/>
                    </a:lnTo>
                    <a:cubicBezTo>
                      <a:pt x="59997" y="864032"/>
                      <a:pt x="75046" y="668257"/>
                      <a:pt x="87085" y="624115"/>
                    </a:cubicBezTo>
                    <a:cubicBezTo>
                      <a:pt x="92778" y="603240"/>
                      <a:pt x="106438" y="585410"/>
                      <a:pt x="116114" y="566057"/>
                    </a:cubicBezTo>
                    <a:cubicBezTo>
                      <a:pt x="120952" y="527352"/>
                      <a:pt x="126545" y="488735"/>
                      <a:pt x="130628" y="449943"/>
                    </a:cubicBezTo>
                    <a:cubicBezTo>
                      <a:pt x="136222" y="396798"/>
                      <a:pt x="138515" y="343312"/>
                      <a:pt x="145143" y="290286"/>
                    </a:cubicBezTo>
                    <a:cubicBezTo>
                      <a:pt x="148203" y="265807"/>
                      <a:pt x="155244" y="241986"/>
                      <a:pt x="159657" y="217715"/>
                    </a:cubicBezTo>
                    <a:cubicBezTo>
                      <a:pt x="164921" y="188761"/>
                      <a:pt x="169333" y="159658"/>
                      <a:pt x="174171" y="130629"/>
                    </a:cubicBezTo>
                    <a:cubicBezTo>
                      <a:pt x="164495" y="101600"/>
                      <a:pt x="162116" y="69003"/>
                      <a:pt x="145143" y="43543"/>
                    </a:cubicBezTo>
                    <a:cubicBezTo>
                      <a:pt x="131724" y="23415"/>
                      <a:pt x="87085" y="0"/>
                      <a:pt x="87085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323F64C-72A0-5465-9B9C-3C54F2129B33}"/>
                  </a:ext>
                </a:extLst>
              </p:cNvPr>
              <p:cNvSpPr/>
              <p:nvPr/>
            </p:nvSpPr>
            <p:spPr>
              <a:xfrm>
                <a:off x="1866600" y="1702340"/>
                <a:ext cx="429128" cy="199417"/>
              </a:xfrm>
              <a:custGeom>
                <a:avLst/>
                <a:gdLst>
                  <a:gd name="connsiteX0" fmla="*/ 268621 w 429128"/>
                  <a:gd name="connsiteY0" fmla="*/ 160507 h 199417"/>
                  <a:gd name="connsiteX1" fmla="*/ 49749 w 429128"/>
                  <a:gd name="connsiteY1" fmla="*/ 150779 h 199417"/>
                  <a:gd name="connsiteX2" fmla="*/ 10838 w 429128"/>
                  <a:gd name="connsiteY2" fmla="*/ 111869 h 199417"/>
                  <a:gd name="connsiteX3" fmla="*/ 1111 w 429128"/>
                  <a:gd name="connsiteY3" fmla="*/ 87549 h 199417"/>
                  <a:gd name="connsiteX4" fmla="*/ 98387 w 429128"/>
                  <a:gd name="connsiteY4" fmla="*/ 53503 h 199417"/>
                  <a:gd name="connsiteX5" fmla="*/ 166481 w 429128"/>
                  <a:gd name="connsiteY5" fmla="*/ 63230 h 199417"/>
                  <a:gd name="connsiteX6" fmla="*/ 181072 w 429128"/>
                  <a:gd name="connsiteY6" fmla="*/ 77822 h 199417"/>
                  <a:gd name="connsiteX7" fmla="*/ 195664 w 429128"/>
                  <a:gd name="connsiteY7" fmla="*/ 82686 h 199417"/>
                  <a:gd name="connsiteX8" fmla="*/ 219983 w 429128"/>
                  <a:gd name="connsiteY8" fmla="*/ 97277 h 199417"/>
                  <a:gd name="connsiteX9" fmla="*/ 224847 w 429128"/>
                  <a:gd name="connsiteY9" fmla="*/ 111869 h 199417"/>
                  <a:gd name="connsiteX10" fmla="*/ 258894 w 429128"/>
                  <a:gd name="connsiteY10" fmla="*/ 136188 h 199417"/>
                  <a:gd name="connsiteX11" fmla="*/ 283213 w 429128"/>
                  <a:gd name="connsiteY11" fmla="*/ 145915 h 199417"/>
                  <a:gd name="connsiteX12" fmla="*/ 395081 w 429128"/>
                  <a:gd name="connsiteY12" fmla="*/ 136188 h 199417"/>
                  <a:gd name="connsiteX13" fmla="*/ 414536 w 429128"/>
                  <a:gd name="connsiteY13" fmla="*/ 126460 h 199417"/>
                  <a:gd name="connsiteX14" fmla="*/ 429128 w 429128"/>
                  <a:gd name="connsiteY14" fmla="*/ 102141 h 199417"/>
                  <a:gd name="connsiteX15" fmla="*/ 424264 w 429128"/>
                  <a:gd name="connsiteY15" fmla="*/ 77822 h 199417"/>
                  <a:gd name="connsiteX16" fmla="*/ 419400 w 429128"/>
                  <a:gd name="connsiteY16" fmla="*/ 48639 h 199417"/>
                  <a:gd name="connsiteX17" fmla="*/ 414536 w 429128"/>
                  <a:gd name="connsiteY17" fmla="*/ 34047 h 199417"/>
                  <a:gd name="connsiteX18" fmla="*/ 399945 w 429128"/>
                  <a:gd name="connsiteY18" fmla="*/ 19456 h 199417"/>
                  <a:gd name="connsiteX19" fmla="*/ 361034 w 429128"/>
                  <a:gd name="connsiteY19" fmla="*/ 0 h 199417"/>
                  <a:gd name="connsiteX20" fmla="*/ 322123 w 429128"/>
                  <a:gd name="connsiteY20" fmla="*/ 9728 h 199417"/>
                  <a:gd name="connsiteX21" fmla="*/ 292940 w 429128"/>
                  <a:gd name="connsiteY21" fmla="*/ 29183 h 199417"/>
                  <a:gd name="connsiteX22" fmla="*/ 273485 w 429128"/>
                  <a:gd name="connsiteY22" fmla="*/ 63230 h 199417"/>
                  <a:gd name="connsiteX23" fmla="*/ 268621 w 429128"/>
                  <a:gd name="connsiteY23" fmla="*/ 87549 h 199417"/>
                  <a:gd name="connsiteX24" fmla="*/ 258894 w 429128"/>
                  <a:gd name="connsiteY24" fmla="*/ 102141 h 199417"/>
                  <a:gd name="connsiteX25" fmla="*/ 254030 w 429128"/>
                  <a:gd name="connsiteY25" fmla="*/ 116732 h 199417"/>
                  <a:gd name="connsiteX26" fmla="*/ 234574 w 429128"/>
                  <a:gd name="connsiteY26" fmla="*/ 160507 h 199417"/>
                  <a:gd name="connsiteX27" fmla="*/ 229711 w 429128"/>
                  <a:gd name="connsiteY27" fmla="*/ 184826 h 199417"/>
                  <a:gd name="connsiteX28" fmla="*/ 215119 w 429128"/>
                  <a:gd name="connsiteY28" fmla="*/ 199417 h 199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29128" h="199417">
                    <a:moveTo>
                      <a:pt x="268621" y="160507"/>
                    </a:moveTo>
                    <a:cubicBezTo>
                      <a:pt x="90970" y="171609"/>
                      <a:pt x="162662" y="185521"/>
                      <a:pt x="49749" y="150779"/>
                    </a:cubicBezTo>
                    <a:cubicBezTo>
                      <a:pt x="36779" y="137809"/>
                      <a:pt x="22022" y="126408"/>
                      <a:pt x="10838" y="111869"/>
                    </a:cubicBezTo>
                    <a:cubicBezTo>
                      <a:pt x="5515" y="104949"/>
                      <a:pt x="-3070" y="95214"/>
                      <a:pt x="1111" y="87549"/>
                    </a:cubicBezTo>
                    <a:cubicBezTo>
                      <a:pt x="21884" y="49465"/>
                      <a:pt x="64511" y="56325"/>
                      <a:pt x="98387" y="53503"/>
                    </a:cubicBezTo>
                    <a:cubicBezTo>
                      <a:pt x="121085" y="56745"/>
                      <a:pt x="144484" y="56760"/>
                      <a:pt x="166481" y="63230"/>
                    </a:cubicBezTo>
                    <a:cubicBezTo>
                      <a:pt x="173080" y="65171"/>
                      <a:pt x="175349" y="74006"/>
                      <a:pt x="181072" y="77822"/>
                    </a:cubicBezTo>
                    <a:cubicBezTo>
                      <a:pt x="185338" y="80666"/>
                      <a:pt x="191078" y="80393"/>
                      <a:pt x="195664" y="82686"/>
                    </a:cubicBezTo>
                    <a:cubicBezTo>
                      <a:pt x="204119" y="86914"/>
                      <a:pt x="211877" y="92413"/>
                      <a:pt x="219983" y="97277"/>
                    </a:cubicBezTo>
                    <a:cubicBezTo>
                      <a:pt x="221604" y="102141"/>
                      <a:pt x="222003" y="107603"/>
                      <a:pt x="224847" y="111869"/>
                    </a:cubicBezTo>
                    <a:cubicBezTo>
                      <a:pt x="233946" y="125518"/>
                      <a:pt x="244480" y="129782"/>
                      <a:pt x="258894" y="136188"/>
                    </a:cubicBezTo>
                    <a:cubicBezTo>
                      <a:pt x="266872" y="139734"/>
                      <a:pt x="275107" y="142673"/>
                      <a:pt x="283213" y="145915"/>
                    </a:cubicBezTo>
                    <a:cubicBezTo>
                      <a:pt x="320502" y="142673"/>
                      <a:pt x="358055" y="141673"/>
                      <a:pt x="395081" y="136188"/>
                    </a:cubicBezTo>
                    <a:cubicBezTo>
                      <a:pt x="402253" y="135125"/>
                      <a:pt x="409409" y="131587"/>
                      <a:pt x="414536" y="126460"/>
                    </a:cubicBezTo>
                    <a:cubicBezTo>
                      <a:pt x="421221" y="119775"/>
                      <a:pt x="424264" y="110247"/>
                      <a:pt x="429128" y="102141"/>
                    </a:cubicBezTo>
                    <a:cubicBezTo>
                      <a:pt x="427507" y="94035"/>
                      <a:pt x="425743" y="85956"/>
                      <a:pt x="424264" y="77822"/>
                    </a:cubicBezTo>
                    <a:cubicBezTo>
                      <a:pt x="422500" y="68119"/>
                      <a:pt x="421539" y="58266"/>
                      <a:pt x="419400" y="48639"/>
                    </a:cubicBezTo>
                    <a:cubicBezTo>
                      <a:pt x="418288" y="43634"/>
                      <a:pt x="417380" y="38313"/>
                      <a:pt x="414536" y="34047"/>
                    </a:cubicBezTo>
                    <a:cubicBezTo>
                      <a:pt x="410721" y="28324"/>
                      <a:pt x="405748" y="23149"/>
                      <a:pt x="399945" y="19456"/>
                    </a:cubicBezTo>
                    <a:cubicBezTo>
                      <a:pt x="387711" y="11671"/>
                      <a:pt x="361034" y="0"/>
                      <a:pt x="361034" y="0"/>
                    </a:cubicBezTo>
                    <a:cubicBezTo>
                      <a:pt x="348064" y="3243"/>
                      <a:pt x="334412" y="4462"/>
                      <a:pt x="322123" y="9728"/>
                    </a:cubicBezTo>
                    <a:cubicBezTo>
                      <a:pt x="311377" y="14333"/>
                      <a:pt x="301738" y="21484"/>
                      <a:pt x="292940" y="29183"/>
                    </a:cubicBezTo>
                    <a:cubicBezTo>
                      <a:pt x="286832" y="34528"/>
                      <a:pt x="276350" y="57499"/>
                      <a:pt x="273485" y="63230"/>
                    </a:cubicBezTo>
                    <a:cubicBezTo>
                      <a:pt x="271864" y="71336"/>
                      <a:pt x="271524" y="79808"/>
                      <a:pt x="268621" y="87549"/>
                    </a:cubicBezTo>
                    <a:cubicBezTo>
                      <a:pt x="266569" y="93022"/>
                      <a:pt x="261508" y="96912"/>
                      <a:pt x="258894" y="102141"/>
                    </a:cubicBezTo>
                    <a:cubicBezTo>
                      <a:pt x="256601" y="106727"/>
                      <a:pt x="256112" y="112047"/>
                      <a:pt x="254030" y="116732"/>
                    </a:cubicBezTo>
                    <a:cubicBezTo>
                      <a:pt x="244799" y="137500"/>
                      <a:pt x="239269" y="141726"/>
                      <a:pt x="234574" y="160507"/>
                    </a:cubicBezTo>
                    <a:cubicBezTo>
                      <a:pt x="232569" y="168527"/>
                      <a:pt x="233408" y="177432"/>
                      <a:pt x="229711" y="184826"/>
                    </a:cubicBezTo>
                    <a:cubicBezTo>
                      <a:pt x="226635" y="190978"/>
                      <a:pt x="215119" y="199417"/>
                      <a:pt x="215119" y="199417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C7FFEFD1-FC45-81B4-A597-BD70D74CD73E}"/>
                </a:ext>
              </a:extLst>
            </p:cNvPr>
            <p:cNvSpPr txBox="1"/>
            <p:nvPr/>
          </p:nvSpPr>
          <p:spPr>
            <a:xfrm>
              <a:off x="935627" y="2251772"/>
              <a:ext cx="685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01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BF739EE-99CA-5778-74C7-5DD025B6906F}"/>
                </a:ext>
              </a:extLst>
            </p:cNvPr>
            <p:cNvSpPr txBox="1"/>
            <p:nvPr/>
          </p:nvSpPr>
          <p:spPr>
            <a:xfrm>
              <a:off x="440846" y="4957428"/>
              <a:ext cx="163137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Lorem ipsum dolor sit amet, consectetuer adipiscing elit. Maecenas porttitor congue massa. 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00A8C49F-B207-EF23-ED5F-5F68135D65FD}"/>
                </a:ext>
              </a:extLst>
            </p:cNvPr>
            <p:cNvSpPr txBox="1"/>
            <p:nvPr/>
          </p:nvSpPr>
          <p:spPr>
            <a:xfrm>
              <a:off x="616028" y="4392741"/>
              <a:ext cx="1324913" cy="375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64D19C4-1393-1918-5120-CAF5F5D3E53F}"/>
              </a:ext>
            </a:extLst>
          </p:cNvPr>
          <p:cNvGrpSpPr/>
          <p:nvPr/>
        </p:nvGrpSpPr>
        <p:grpSpPr>
          <a:xfrm>
            <a:off x="2604894" y="450166"/>
            <a:ext cx="2208627" cy="5716650"/>
            <a:chOff x="2604894" y="450166"/>
            <a:chExt cx="2208627" cy="5716650"/>
          </a:xfrm>
          <a:effectLst>
            <a:reflection blurRad="6350" stA="50000" endA="300" endPos="38500" dist="50800" dir="5400000" sy="-100000" algn="bl" rotWithShape="0"/>
          </a:effectLst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FC1E4516-12A9-0C59-82FE-60C7CE09718C}"/>
                </a:ext>
              </a:extLst>
            </p:cNvPr>
            <p:cNvGrpSpPr/>
            <p:nvPr/>
          </p:nvGrpSpPr>
          <p:grpSpPr>
            <a:xfrm>
              <a:off x="2604894" y="450166"/>
              <a:ext cx="2208627" cy="5716650"/>
              <a:chOff x="998805" y="420914"/>
              <a:chExt cx="2208627" cy="5716650"/>
            </a:xfrm>
          </p:grpSpPr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8E7C3A84-59AB-0426-ACFE-38104C843191}"/>
                  </a:ext>
                </a:extLst>
              </p:cNvPr>
              <p:cNvSpPr/>
              <p:nvPr/>
            </p:nvSpPr>
            <p:spPr>
              <a:xfrm rot="8100000">
                <a:off x="1526344" y="1906468"/>
                <a:ext cx="1153552" cy="1153552"/>
              </a:xfrm>
              <a:custGeom>
                <a:avLst/>
                <a:gdLst>
                  <a:gd name="connsiteX0" fmla="*/ 202187 w 1153552"/>
                  <a:gd name="connsiteY0" fmla="*/ 951368 h 1153552"/>
                  <a:gd name="connsiteX1" fmla="*/ 344785 w 1153552"/>
                  <a:gd name="connsiteY1" fmla="*/ 951368 h 1153552"/>
                  <a:gd name="connsiteX2" fmla="*/ 344785 w 1153552"/>
                  <a:gd name="connsiteY2" fmla="*/ 808770 h 1153552"/>
                  <a:gd name="connsiteX3" fmla="*/ 202187 w 1153552"/>
                  <a:gd name="connsiteY3" fmla="*/ 808770 h 1153552"/>
                  <a:gd name="connsiteX4" fmla="*/ 202187 w 1153552"/>
                  <a:gd name="connsiteY4" fmla="*/ 951368 h 1153552"/>
                  <a:gd name="connsiteX5" fmla="*/ 133911 w 1153552"/>
                  <a:gd name="connsiteY5" fmla="*/ 1019641 h 1153552"/>
                  <a:gd name="connsiteX6" fmla="*/ 0 w 1153552"/>
                  <a:gd name="connsiteY6" fmla="*/ 696352 h 1153552"/>
                  <a:gd name="connsiteX7" fmla="*/ 457200 w 1153552"/>
                  <a:gd name="connsiteY7" fmla="*/ 239152 h 1153552"/>
                  <a:gd name="connsiteX8" fmla="*/ 1153552 w 1153552"/>
                  <a:gd name="connsiteY8" fmla="*/ 0 h 1153552"/>
                  <a:gd name="connsiteX9" fmla="*/ 914400 w 1153552"/>
                  <a:gd name="connsiteY9" fmla="*/ 696352 h 1153552"/>
                  <a:gd name="connsiteX10" fmla="*/ 457200 w 1153552"/>
                  <a:gd name="connsiteY10" fmla="*/ 1153552 h 1153552"/>
                  <a:gd name="connsiteX11" fmla="*/ 133911 w 1153552"/>
                  <a:gd name="connsiteY11" fmla="*/ 1019641 h 1153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53552" h="1153552">
                    <a:moveTo>
                      <a:pt x="202187" y="951368"/>
                    </a:moveTo>
                    <a:cubicBezTo>
                      <a:pt x="241564" y="990745"/>
                      <a:pt x="305408" y="990745"/>
                      <a:pt x="344785" y="951368"/>
                    </a:cubicBezTo>
                    <a:cubicBezTo>
                      <a:pt x="384162" y="911991"/>
                      <a:pt x="384162" y="848147"/>
                      <a:pt x="344785" y="808770"/>
                    </a:cubicBezTo>
                    <a:cubicBezTo>
                      <a:pt x="305408" y="769393"/>
                      <a:pt x="241564" y="769393"/>
                      <a:pt x="202187" y="808770"/>
                    </a:cubicBezTo>
                    <a:cubicBezTo>
                      <a:pt x="162810" y="848147"/>
                      <a:pt x="162810" y="911991"/>
                      <a:pt x="202187" y="951368"/>
                    </a:cubicBezTo>
                    <a:close/>
                    <a:moveTo>
                      <a:pt x="133911" y="1019641"/>
                    </a:moveTo>
                    <a:cubicBezTo>
                      <a:pt x="51174" y="936905"/>
                      <a:pt x="0" y="822605"/>
                      <a:pt x="0" y="696352"/>
                    </a:cubicBezTo>
                    <a:cubicBezTo>
                      <a:pt x="0" y="443847"/>
                      <a:pt x="204695" y="239152"/>
                      <a:pt x="457200" y="239152"/>
                    </a:cubicBezTo>
                    <a:cubicBezTo>
                      <a:pt x="689317" y="239152"/>
                      <a:pt x="921435" y="159435"/>
                      <a:pt x="1153552" y="0"/>
                    </a:cubicBezTo>
                    <a:cubicBezTo>
                      <a:pt x="994117" y="232117"/>
                      <a:pt x="914400" y="464235"/>
                      <a:pt x="914400" y="696352"/>
                    </a:cubicBezTo>
                    <a:cubicBezTo>
                      <a:pt x="914400" y="948857"/>
                      <a:pt x="709705" y="1153552"/>
                      <a:pt x="457200" y="1153552"/>
                    </a:cubicBezTo>
                    <a:cubicBezTo>
                      <a:pt x="330947" y="1153552"/>
                      <a:pt x="216647" y="1102378"/>
                      <a:pt x="133911" y="101964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4A5DE602-F5A0-4A78-17DF-8BB7E96A4DE8}"/>
                  </a:ext>
                </a:extLst>
              </p:cNvPr>
              <p:cNvSpPr/>
              <p:nvPr/>
            </p:nvSpPr>
            <p:spPr>
              <a:xfrm>
                <a:off x="1967718" y="3513407"/>
                <a:ext cx="270803" cy="270803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058B449-FC80-3C38-DDF0-C57DF1919EEF}"/>
                  </a:ext>
                </a:extLst>
              </p:cNvPr>
              <p:cNvSpPr/>
              <p:nvPr/>
            </p:nvSpPr>
            <p:spPr>
              <a:xfrm>
                <a:off x="998805" y="4336900"/>
                <a:ext cx="2208627" cy="375778"/>
              </a:xfrm>
              <a:custGeom>
                <a:avLst/>
                <a:gdLst>
                  <a:gd name="connsiteX0" fmla="*/ 0 w 2208627"/>
                  <a:gd name="connsiteY0" fmla="*/ 0 h 375778"/>
                  <a:gd name="connsiteX1" fmla="*/ 2208627 w 2208627"/>
                  <a:gd name="connsiteY1" fmla="*/ 0 h 375778"/>
                  <a:gd name="connsiteX2" fmla="*/ 2208627 w 2208627"/>
                  <a:gd name="connsiteY2" fmla="*/ 375778 h 375778"/>
                  <a:gd name="connsiteX3" fmla="*/ 0 w 2208627"/>
                  <a:gd name="connsiteY3" fmla="*/ 375778 h 375778"/>
                  <a:gd name="connsiteX4" fmla="*/ 0 w 2208627"/>
                  <a:gd name="connsiteY4" fmla="*/ 0 h 375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375778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375778"/>
                    </a:lnTo>
                    <a:lnTo>
                      <a:pt x="0" y="3757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9314CE2F-2DE2-6D4F-102C-D2CDF7889028}"/>
                  </a:ext>
                </a:extLst>
              </p:cNvPr>
              <p:cNvSpPr/>
              <p:nvPr/>
            </p:nvSpPr>
            <p:spPr>
              <a:xfrm>
                <a:off x="998805" y="4712678"/>
                <a:ext cx="2208627" cy="1424886"/>
              </a:xfrm>
              <a:custGeom>
                <a:avLst/>
                <a:gdLst>
                  <a:gd name="connsiteX0" fmla="*/ 0 w 2208627"/>
                  <a:gd name="connsiteY0" fmla="*/ 0 h 1424886"/>
                  <a:gd name="connsiteX1" fmla="*/ 2208627 w 2208627"/>
                  <a:gd name="connsiteY1" fmla="*/ 0 h 1424886"/>
                  <a:gd name="connsiteX2" fmla="*/ 2208627 w 2208627"/>
                  <a:gd name="connsiteY2" fmla="*/ 1424886 h 1424886"/>
                  <a:gd name="connsiteX3" fmla="*/ 0 w 2208627"/>
                  <a:gd name="connsiteY3" fmla="*/ 1424886 h 1424886"/>
                  <a:gd name="connsiteX4" fmla="*/ 0 w 2208627"/>
                  <a:gd name="connsiteY4" fmla="*/ 0 h 1424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1424886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1424886"/>
                    </a:lnTo>
                    <a:lnTo>
                      <a:pt x="0" y="14248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41D88BE-6178-C9A9-4AC1-F8E85D503EDC}"/>
                  </a:ext>
                </a:extLst>
              </p:cNvPr>
              <p:cNvCxnSpPr>
                <a:endCxn id="121" idx="0"/>
              </p:cNvCxnSpPr>
              <p:nvPr/>
            </p:nvCxnSpPr>
            <p:spPr>
              <a:xfrm>
                <a:off x="2103120" y="3298928"/>
                <a:ext cx="0" cy="21447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085E67E3-E94B-B301-12FE-601E6EAD3DCC}"/>
                  </a:ext>
                </a:extLst>
              </p:cNvPr>
              <p:cNvCxnSpPr>
                <a:cxnSpLocks/>
                <a:stCxn id="121" idx="4"/>
              </p:cNvCxnSpPr>
              <p:nvPr/>
            </p:nvCxnSpPr>
            <p:spPr>
              <a:xfrm flipH="1">
                <a:off x="2103118" y="3784210"/>
                <a:ext cx="2" cy="55269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4ACD248-822F-F007-0E7B-88EF036AC4D4}"/>
                  </a:ext>
                </a:extLst>
              </p:cNvPr>
              <p:cNvSpPr/>
              <p:nvPr/>
            </p:nvSpPr>
            <p:spPr>
              <a:xfrm>
                <a:off x="2119086" y="420914"/>
                <a:ext cx="174171" cy="1625600"/>
              </a:xfrm>
              <a:custGeom>
                <a:avLst/>
                <a:gdLst>
                  <a:gd name="connsiteX0" fmla="*/ 0 w 174171"/>
                  <a:gd name="connsiteY0" fmla="*/ 1625600 h 1625600"/>
                  <a:gd name="connsiteX1" fmla="*/ 14514 w 174171"/>
                  <a:gd name="connsiteY1" fmla="*/ 1045029 h 1625600"/>
                  <a:gd name="connsiteX2" fmla="*/ 29028 w 174171"/>
                  <a:gd name="connsiteY2" fmla="*/ 1001486 h 1625600"/>
                  <a:gd name="connsiteX3" fmla="*/ 58057 w 174171"/>
                  <a:gd name="connsiteY3" fmla="*/ 885372 h 1625600"/>
                  <a:gd name="connsiteX4" fmla="*/ 87085 w 174171"/>
                  <a:gd name="connsiteY4" fmla="*/ 624115 h 1625600"/>
                  <a:gd name="connsiteX5" fmla="*/ 116114 w 174171"/>
                  <a:gd name="connsiteY5" fmla="*/ 566057 h 1625600"/>
                  <a:gd name="connsiteX6" fmla="*/ 130628 w 174171"/>
                  <a:gd name="connsiteY6" fmla="*/ 449943 h 1625600"/>
                  <a:gd name="connsiteX7" fmla="*/ 145143 w 174171"/>
                  <a:gd name="connsiteY7" fmla="*/ 290286 h 1625600"/>
                  <a:gd name="connsiteX8" fmla="*/ 159657 w 174171"/>
                  <a:gd name="connsiteY8" fmla="*/ 217715 h 1625600"/>
                  <a:gd name="connsiteX9" fmla="*/ 174171 w 174171"/>
                  <a:gd name="connsiteY9" fmla="*/ 130629 h 1625600"/>
                  <a:gd name="connsiteX10" fmla="*/ 145143 w 174171"/>
                  <a:gd name="connsiteY10" fmla="*/ 43543 h 1625600"/>
                  <a:gd name="connsiteX11" fmla="*/ 87085 w 174171"/>
                  <a:gd name="connsiteY11" fmla="*/ 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" h="1625600">
                    <a:moveTo>
                      <a:pt x="0" y="1625600"/>
                    </a:moveTo>
                    <a:cubicBezTo>
                      <a:pt x="4838" y="1432076"/>
                      <a:pt x="5520" y="1238404"/>
                      <a:pt x="14514" y="1045029"/>
                    </a:cubicBezTo>
                    <a:cubicBezTo>
                      <a:pt x="15225" y="1029746"/>
                      <a:pt x="25317" y="1016329"/>
                      <a:pt x="29028" y="1001486"/>
                    </a:cubicBezTo>
                    <a:lnTo>
                      <a:pt x="58057" y="885372"/>
                    </a:lnTo>
                    <a:cubicBezTo>
                      <a:pt x="59997" y="864032"/>
                      <a:pt x="75046" y="668257"/>
                      <a:pt x="87085" y="624115"/>
                    </a:cubicBezTo>
                    <a:cubicBezTo>
                      <a:pt x="92778" y="603240"/>
                      <a:pt x="106438" y="585410"/>
                      <a:pt x="116114" y="566057"/>
                    </a:cubicBezTo>
                    <a:cubicBezTo>
                      <a:pt x="120952" y="527352"/>
                      <a:pt x="126545" y="488735"/>
                      <a:pt x="130628" y="449943"/>
                    </a:cubicBezTo>
                    <a:cubicBezTo>
                      <a:pt x="136222" y="396798"/>
                      <a:pt x="138515" y="343312"/>
                      <a:pt x="145143" y="290286"/>
                    </a:cubicBezTo>
                    <a:cubicBezTo>
                      <a:pt x="148203" y="265807"/>
                      <a:pt x="155244" y="241986"/>
                      <a:pt x="159657" y="217715"/>
                    </a:cubicBezTo>
                    <a:cubicBezTo>
                      <a:pt x="164921" y="188761"/>
                      <a:pt x="169333" y="159658"/>
                      <a:pt x="174171" y="130629"/>
                    </a:cubicBezTo>
                    <a:cubicBezTo>
                      <a:pt x="164495" y="101600"/>
                      <a:pt x="162116" y="69003"/>
                      <a:pt x="145143" y="43543"/>
                    </a:cubicBezTo>
                    <a:cubicBezTo>
                      <a:pt x="131724" y="23415"/>
                      <a:pt x="87085" y="0"/>
                      <a:pt x="87085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7E94AA98-9F1A-3773-D5D5-7D93769E8645}"/>
                  </a:ext>
                </a:extLst>
              </p:cNvPr>
              <p:cNvSpPr/>
              <p:nvPr/>
            </p:nvSpPr>
            <p:spPr>
              <a:xfrm>
                <a:off x="1866600" y="1702340"/>
                <a:ext cx="429128" cy="199417"/>
              </a:xfrm>
              <a:custGeom>
                <a:avLst/>
                <a:gdLst>
                  <a:gd name="connsiteX0" fmla="*/ 268621 w 429128"/>
                  <a:gd name="connsiteY0" fmla="*/ 160507 h 199417"/>
                  <a:gd name="connsiteX1" fmla="*/ 49749 w 429128"/>
                  <a:gd name="connsiteY1" fmla="*/ 150779 h 199417"/>
                  <a:gd name="connsiteX2" fmla="*/ 10838 w 429128"/>
                  <a:gd name="connsiteY2" fmla="*/ 111869 h 199417"/>
                  <a:gd name="connsiteX3" fmla="*/ 1111 w 429128"/>
                  <a:gd name="connsiteY3" fmla="*/ 87549 h 199417"/>
                  <a:gd name="connsiteX4" fmla="*/ 98387 w 429128"/>
                  <a:gd name="connsiteY4" fmla="*/ 53503 h 199417"/>
                  <a:gd name="connsiteX5" fmla="*/ 166481 w 429128"/>
                  <a:gd name="connsiteY5" fmla="*/ 63230 h 199417"/>
                  <a:gd name="connsiteX6" fmla="*/ 181072 w 429128"/>
                  <a:gd name="connsiteY6" fmla="*/ 77822 h 199417"/>
                  <a:gd name="connsiteX7" fmla="*/ 195664 w 429128"/>
                  <a:gd name="connsiteY7" fmla="*/ 82686 h 199417"/>
                  <a:gd name="connsiteX8" fmla="*/ 219983 w 429128"/>
                  <a:gd name="connsiteY8" fmla="*/ 97277 h 199417"/>
                  <a:gd name="connsiteX9" fmla="*/ 224847 w 429128"/>
                  <a:gd name="connsiteY9" fmla="*/ 111869 h 199417"/>
                  <a:gd name="connsiteX10" fmla="*/ 258894 w 429128"/>
                  <a:gd name="connsiteY10" fmla="*/ 136188 h 199417"/>
                  <a:gd name="connsiteX11" fmla="*/ 283213 w 429128"/>
                  <a:gd name="connsiteY11" fmla="*/ 145915 h 199417"/>
                  <a:gd name="connsiteX12" fmla="*/ 395081 w 429128"/>
                  <a:gd name="connsiteY12" fmla="*/ 136188 h 199417"/>
                  <a:gd name="connsiteX13" fmla="*/ 414536 w 429128"/>
                  <a:gd name="connsiteY13" fmla="*/ 126460 h 199417"/>
                  <a:gd name="connsiteX14" fmla="*/ 429128 w 429128"/>
                  <a:gd name="connsiteY14" fmla="*/ 102141 h 199417"/>
                  <a:gd name="connsiteX15" fmla="*/ 424264 w 429128"/>
                  <a:gd name="connsiteY15" fmla="*/ 77822 h 199417"/>
                  <a:gd name="connsiteX16" fmla="*/ 419400 w 429128"/>
                  <a:gd name="connsiteY16" fmla="*/ 48639 h 199417"/>
                  <a:gd name="connsiteX17" fmla="*/ 414536 w 429128"/>
                  <a:gd name="connsiteY17" fmla="*/ 34047 h 199417"/>
                  <a:gd name="connsiteX18" fmla="*/ 399945 w 429128"/>
                  <a:gd name="connsiteY18" fmla="*/ 19456 h 199417"/>
                  <a:gd name="connsiteX19" fmla="*/ 361034 w 429128"/>
                  <a:gd name="connsiteY19" fmla="*/ 0 h 199417"/>
                  <a:gd name="connsiteX20" fmla="*/ 322123 w 429128"/>
                  <a:gd name="connsiteY20" fmla="*/ 9728 h 199417"/>
                  <a:gd name="connsiteX21" fmla="*/ 292940 w 429128"/>
                  <a:gd name="connsiteY21" fmla="*/ 29183 h 199417"/>
                  <a:gd name="connsiteX22" fmla="*/ 273485 w 429128"/>
                  <a:gd name="connsiteY22" fmla="*/ 63230 h 199417"/>
                  <a:gd name="connsiteX23" fmla="*/ 268621 w 429128"/>
                  <a:gd name="connsiteY23" fmla="*/ 87549 h 199417"/>
                  <a:gd name="connsiteX24" fmla="*/ 258894 w 429128"/>
                  <a:gd name="connsiteY24" fmla="*/ 102141 h 199417"/>
                  <a:gd name="connsiteX25" fmla="*/ 254030 w 429128"/>
                  <a:gd name="connsiteY25" fmla="*/ 116732 h 199417"/>
                  <a:gd name="connsiteX26" fmla="*/ 234574 w 429128"/>
                  <a:gd name="connsiteY26" fmla="*/ 160507 h 199417"/>
                  <a:gd name="connsiteX27" fmla="*/ 229711 w 429128"/>
                  <a:gd name="connsiteY27" fmla="*/ 184826 h 199417"/>
                  <a:gd name="connsiteX28" fmla="*/ 215119 w 429128"/>
                  <a:gd name="connsiteY28" fmla="*/ 199417 h 199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29128" h="199417">
                    <a:moveTo>
                      <a:pt x="268621" y="160507"/>
                    </a:moveTo>
                    <a:cubicBezTo>
                      <a:pt x="90970" y="171609"/>
                      <a:pt x="162662" y="185521"/>
                      <a:pt x="49749" y="150779"/>
                    </a:cubicBezTo>
                    <a:cubicBezTo>
                      <a:pt x="36779" y="137809"/>
                      <a:pt x="22022" y="126408"/>
                      <a:pt x="10838" y="111869"/>
                    </a:cubicBezTo>
                    <a:cubicBezTo>
                      <a:pt x="5515" y="104949"/>
                      <a:pt x="-3070" y="95214"/>
                      <a:pt x="1111" y="87549"/>
                    </a:cubicBezTo>
                    <a:cubicBezTo>
                      <a:pt x="21884" y="49465"/>
                      <a:pt x="64511" y="56325"/>
                      <a:pt x="98387" y="53503"/>
                    </a:cubicBezTo>
                    <a:cubicBezTo>
                      <a:pt x="121085" y="56745"/>
                      <a:pt x="144484" y="56760"/>
                      <a:pt x="166481" y="63230"/>
                    </a:cubicBezTo>
                    <a:cubicBezTo>
                      <a:pt x="173080" y="65171"/>
                      <a:pt x="175349" y="74006"/>
                      <a:pt x="181072" y="77822"/>
                    </a:cubicBezTo>
                    <a:cubicBezTo>
                      <a:pt x="185338" y="80666"/>
                      <a:pt x="191078" y="80393"/>
                      <a:pt x="195664" y="82686"/>
                    </a:cubicBezTo>
                    <a:cubicBezTo>
                      <a:pt x="204119" y="86914"/>
                      <a:pt x="211877" y="92413"/>
                      <a:pt x="219983" y="97277"/>
                    </a:cubicBezTo>
                    <a:cubicBezTo>
                      <a:pt x="221604" y="102141"/>
                      <a:pt x="222003" y="107603"/>
                      <a:pt x="224847" y="111869"/>
                    </a:cubicBezTo>
                    <a:cubicBezTo>
                      <a:pt x="233946" y="125518"/>
                      <a:pt x="244480" y="129782"/>
                      <a:pt x="258894" y="136188"/>
                    </a:cubicBezTo>
                    <a:cubicBezTo>
                      <a:pt x="266872" y="139734"/>
                      <a:pt x="275107" y="142673"/>
                      <a:pt x="283213" y="145915"/>
                    </a:cubicBezTo>
                    <a:cubicBezTo>
                      <a:pt x="320502" y="142673"/>
                      <a:pt x="358055" y="141673"/>
                      <a:pt x="395081" y="136188"/>
                    </a:cubicBezTo>
                    <a:cubicBezTo>
                      <a:pt x="402253" y="135125"/>
                      <a:pt x="409409" y="131587"/>
                      <a:pt x="414536" y="126460"/>
                    </a:cubicBezTo>
                    <a:cubicBezTo>
                      <a:pt x="421221" y="119775"/>
                      <a:pt x="424264" y="110247"/>
                      <a:pt x="429128" y="102141"/>
                    </a:cubicBezTo>
                    <a:cubicBezTo>
                      <a:pt x="427507" y="94035"/>
                      <a:pt x="425743" y="85956"/>
                      <a:pt x="424264" y="77822"/>
                    </a:cubicBezTo>
                    <a:cubicBezTo>
                      <a:pt x="422500" y="68119"/>
                      <a:pt x="421539" y="58266"/>
                      <a:pt x="419400" y="48639"/>
                    </a:cubicBezTo>
                    <a:cubicBezTo>
                      <a:pt x="418288" y="43634"/>
                      <a:pt x="417380" y="38313"/>
                      <a:pt x="414536" y="34047"/>
                    </a:cubicBezTo>
                    <a:cubicBezTo>
                      <a:pt x="410721" y="28324"/>
                      <a:pt x="405748" y="23149"/>
                      <a:pt x="399945" y="19456"/>
                    </a:cubicBezTo>
                    <a:cubicBezTo>
                      <a:pt x="387711" y="11671"/>
                      <a:pt x="361034" y="0"/>
                      <a:pt x="361034" y="0"/>
                    </a:cubicBezTo>
                    <a:cubicBezTo>
                      <a:pt x="348064" y="3243"/>
                      <a:pt x="334412" y="4462"/>
                      <a:pt x="322123" y="9728"/>
                    </a:cubicBezTo>
                    <a:cubicBezTo>
                      <a:pt x="311377" y="14333"/>
                      <a:pt x="301738" y="21484"/>
                      <a:pt x="292940" y="29183"/>
                    </a:cubicBezTo>
                    <a:cubicBezTo>
                      <a:pt x="286832" y="34528"/>
                      <a:pt x="276350" y="57499"/>
                      <a:pt x="273485" y="63230"/>
                    </a:cubicBezTo>
                    <a:cubicBezTo>
                      <a:pt x="271864" y="71336"/>
                      <a:pt x="271524" y="79808"/>
                      <a:pt x="268621" y="87549"/>
                    </a:cubicBezTo>
                    <a:cubicBezTo>
                      <a:pt x="266569" y="93022"/>
                      <a:pt x="261508" y="96912"/>
                      <a:pt x="258894" y="102141"/>
                    </a:cubicBezTo>
                    <a:cubicBezTo>
                      <a:pt x="256601" y="106727"/>
                      <a:pt x="256112" y="112047"/>
                      <a:pt x="254030" y="116732"/>
                    </a:cubicBezTo>
                    <a:cubicBezTo>
                      <a:pt x="244799" y="137500"/>
                      <a:pt x="239269" y="141726"/>
                      <a:pt x="234574" y="160507"/>
                    </a:cubicBezTo>
                    <a:cubicBezTo>
                      <a:pt x="232569" y="168527"/>
                      <a:pt x="233408" y="177432"/>
                      <a:pt x="229711" y="184826"/>
                    </a:cubicBezTo>
                    <a:cubicBezTo>
                      <a:pt x="226635" y="190978"/>
                      <a:pt x="215119" y="199417"/>
                      <a:pt x="215119" y="199417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112C1998-5F13-6CBF-BF9E-A6CFF84F9CEE}"/>
                </a:ext>
              </a:extLst>
            </p:cNvPr>
            <p:cNvSpPr txBox="1"/>
            <p:nvPr/>
          </p:nvSpPr>
          <p:spPr>
            <a:xfrm>
              <a:off x="3382317" y="2251772"/>
              <a:ext cx="685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02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800FEAAE-E6F9-A75A-D7DB-0144B9F38023}"/>
                </a:ext>
              </a:extLst>
            </p:cNvPr>
            <p:cNvSpPr txBox="1"/>
            <p:nvPr/>
          </p:nvSpPr>
          <p:spPr>
            <a:xfrm>
              <a:off x="2824655" y="4957428"/>
              <a:ext cx="163137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Lorem ipsum dolor sit amet, consectetuer adipiscing elit. Maecenas porttitor congue massa. 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C12F3F0-8249-21F0-6203-9C68665439B5}"/>
                </a:ext>
              </a:extLst>
            </p:cNvPr>
            <p:cNvSpPr txBox="1"/>
            <p:nvPr/>
          </p:nvSpPr>
          <p:spPr>
            <a:xfrm>
              <a:off x="2999837" y="4392741"/>
              <a:ext cx="1324913" cy="375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97ACAFC-8A31-6017-882C-07903E808289}"/>
              </a:ext>
            </a:extLst>
          </p:cNvPr>
          <p:cNvGrpSpPr/>
          <p:nvPr/>
        </p:nvGrpSpPr>
        <p:grpSpPr>
          <a:xfrm>
            <a:off x="5035616" y="450166"/>
            <a:ext cx="2208627" cy="5716650"/>
            <a:chOff x="5035616" y="450166"/>
            <a:chExt cx="2208627" cy="5716650"/>
          </a:xfrm>
          <a:effectLst>
            <a:reflection blurRad="6350" stA="50000" endA="300" endPos="38500" dist="50800" dir="5400000" sy="-100000" algn="bl" rotWithShape="0"/>
          </a:effectLst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FFE6B26-1EC0-D971-2ABA-0D0EEE4EF22C}"/>
                </a:ext>
              </a:extLst>
            </p:cNvPr>
            <p:cNvGrpSpPr/>
            <p:nvPr/>
          </p:nvGrpSpPr>
          <p:grpSpPr>
            <a:xfrm>
              <a:off x="5035616" y="450166"/>
              <a:ext cx="2208627" cy="5716650"/>
              <a:chOff x="998805" y="420914"/>
              <a:chExt cx="2208627" cy="5716650"/>
            </a:xfrm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1AD6CCE-6303-033D-33D1-A385FE125088}"/>
                  </a:ext>
                </a:extLst>
              </p:cNvPr>
              <p:cNvSpPr/>
              <p:nvPr/>
            </p:nvSpPr>
            <p:spPr>
              <a:xfrm rot="8100000">
                <a:off x="1526344" y="1906468"/>
                <a:ext cx="1153552" cy="1153552"/>
              </a:xfrm>
              <a:custGeom>
                <a:avLst/>
                <a:gdLst>
                  <a:gd name="connsiteX0" fmla="*/ 202187 w 1153552"/>
                  <a:gd name="connsiteY0" fmla="*/ 951368 h 1153552"/>
                  <a:gd name="connsiteX1" fmla="*/ 344785 w 1153552"/>
                  <a:gd name="connsiteY1" fmla="*/ 951368 h 1153552"/>
                  <a:gd name="connsiteX2" fmla="*/ 344785 w 1153552"/>
                  <a:gd name="connsiteY2" fmla="*/ 808770 h 1153552"/>
                  <a:gd name="connsiteX3" fmla="*/ 202187 w 1153552"/>
                  <a:gd name="connsiteY3" fmla="*/ 808770 h 1153552"/>
                  <a:gd name="connsiteX4" fmla="*/ 202187 w 1153552"/>
                  <a:gd name="connsiteY4" fmla="*/ 951368 h 1153552"/>
                  <a:gd name="connsiteX5" fmla="*/ 133911 w 1153552"/>
                  <a:gd name="connsiteY5" fmla="*/ 1019641 h 1153552"/>
                  <a:gd name="connsiteX6" fmla="*/ 0 w 1153552"/>
                  <a:gd name="connsiteY6" fmla="*/ 696352 h 1153552"/>
                  <a:gd name="connsiteX7" fmla="*/ 457200 w 1153552"/>
                  <a:gd name="connsiteY7" fmla="*/ 239152 h 1153552"/>
                  <a:gd name="connsiteX8" fmla="*/ 1153552 w 1153552"/>
                  <a:gd name="connsiteY8" fmla="*/ 0 h 1153552"/>
                  <a:gd name="connsiteX9" fmla="*/ 914400 w 1153552"/>
                  <a:gd name="connsiteY9" fmla="*/ 696352 h 1153552"/>
                  <a:gd name="connsiteX10" fmla="*/ 457200 w 1153552"/>
                  <a:gd name="connsiteY10" fmla="*/ 1153552 h 1153552"/>
                  <a:gd name="connsiteX11" fmla="*/ 133911 w 1153552"/>
                  <a:gd name="connsiteY11" fmla="*/ 1019641 h 1153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53552" h="1153552">
                    <a:moveTo>
                      <a:pt x="202187" y="951368"/>
                    </a:moveTo>
                    <a:cubicBezTo>
                      <a:pt x="241564" y="990745"/>
                      <a:pt x="305408" y="990745"/>
                      <a:pt x="344785" y="951368"/>
                    </a:cubicBezTo>
                    <a:cubicBezTo>
                      <a:pt x="384162" y="911991"/>
                      <a:pt x="384162" y="848147"/>
                      <a:pt x="344785" y="808770"/>
                    </a:cubicBezTo>
                    <a:cubicBezTo>
                      <a:pt x="305408" y="769393"/>
                      <a:pt x="241564" y="769393"/>
                      <a:pt x="202187" y="808770"/>
                    </a:cubicBezTo>
                    <a:cubicBezTo>
                      <a:pt x="162810" y="848147"/>
                      <a:pt x="162810" y="911991"/>
                      <a:pt x="202187" y="951368"/>
                    </a:cubicBezTo>
                    <a:close/>
                    <a:moveTo>
                      <a:pt x="133911" y="1019641"/>
                    </a:moveTo>
                    <a:cubicBezTo>
                      <a:pt x="51174" y="936905"/>
                      <a:pt x="0" y="822605"/>
                      <a:pt x="0" y="696352"/>
                    </a:cubicBezTo>
                    <a:cubicBezTo>
                      <a:pt x="0" y="443847"/>
                      <a:pt x="204695" y="239152"/>
                      <a:pt x="457200" y="239152"/>
                    </a:cubicBezTo>
                    <a:cubicBezTo>
                      <a:pt x="689317" y="239152"/>
                      <a:pt x="921435" y="159435"/>
                      <a:pt x="1153552" y="0"/>
                    </a:cubicBezTo>
                    <a:cubicBezTo>
                      <a:pt x="994117" y="232117"/>
                      <a:pt x="914400" y="464235"/>
                      <a:pt x="914400" y="696352"/>
                    </a:cubicBezTo>
                    <a:cubicBezTo>
                      <a:pt x="914400" y="948857"/>
                      <a:pt x="709705" y="1153552"/>
                      <a:pt x="457200" y="1153552"/>
                    </a:cubicBezTo>
                    <a:cubicBezTo>
                      <a:pt x="330947" y="1153552"/>
                      <a:pt x="216647" y="1102378"/>
                      <a:pt x="133911" y="1019641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81BD94F9-630C-87FA-8902-1986CE921930}"/>
                  </a:ext>
                </a:extLst>
              </p:cNvPr>
              <p:cNvSpPr/>
              <p:nvPr/>
            </p:nvSpPr>
            <p:spPr>
              <a:xfrm>
                <a:off x="1967718" y="3513407"/>
                <a:ext cx="270803" cy="270803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7F7F85C-4810-0924-0F8D-02CA21CF4A12}"/>
                  </a:ext>
                </a:extLst>
              </p:cNvPr>
              <p:cNvSpPr/>
              <p:nvPr/>
            </p:nvSpPr>
            <p:spPr>
              <a:xfrm>
                <a:off x="998805" y="4336900"/>
                <a:ext cx="2208627" cy="375778"/>
              </a:xfrm>
              <a:custGeom>
                <a:avLst/>
                <a:gdLst>
                  <a:gd name="connsiteX0" fmla="*/ 0 w 2208627"/>
                  <a:gd name="connsiteY0" fmla="*/ 0 h 375778"/>
                  <a:gd name="connsiteX1" fmla="*/ 2208627 w 2208627"/>
                  <a:gd name="connsiteY1" fmla="*/ 0 h 375778"/>
                  <a:gd name="connsiteX2" fmla="*/ 2208627 w 2208627"/>
                  <a:gd name="connsiteY2" fmla="*/ 375778 h 375778"/>
                  <a:gd name="connsiteX3" fmla="*/ 0 w 2208627"/>
                  <a:gd name="connsiteY3" fmla="*/ 375778 h 375778"/>
                  <a:gd name="connsiteX4" fmla="*/ 0 w 2208627"/>
                  <a:gd name="connsiteY4" fmla="*/ 0 h 375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375778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375778"/>
                    </a:lnTo>
                    <a:lnTo>
                      <a:pt x="0" y="3757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428DC762-3D30-8DA8-6AB1-89398FBF88CD}"/>
                  </a:ext>
                </a:extLst>
              </p:cNvPr>
              <p:cNvSpPr/>
              <p:nvPr/>
            </p:nvSpPr>
            <p:spPr>
              <a:xfrm>
                <a:off x="998805" y="4712678"/>
                <a:ext cx="2208627" cy="1424886"/>
              </a:xfrm>
              <a:custGeom>
                <a:avLst/>
                <a:gdLst>
                  <a:gd name="connsiteX0" fmla="*/ 0 w 2208627"/>
                  <a:gd name="connsiteY0" fmla="*/ 0 h 1424886"/>
                  <a:gd name="connsiteX1" fmla="*/ 2208627 w 2208627"/>
                  <a:gd name="connsiteY1" fmla="*/ 0 h 1424886"/>
                  <a:gd name="connsiteX2" fmla="*/ 2208627 w 2208627"/>
                  <a:gd name="connsiteY2" fmla="*/ 1424886 h 1424886"/>
                  <a:gd name="connsiteX3" fmla="*/ 0 w 2208627"/>
                  <a:gd name="connsiteY3" fmla="*/ 1424886 h 1424886"/>
                  <a:gd name="connsiteX4" fmla="*/ 0 w 2208627"/>
                  <a:gd name="connsiteY4" fmla="*/ 0 h 1424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1424886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1424886"/>
                    </a:lnTo>
                    <a:lnTo>
                      <a:pt x="0" y="14248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C618FB8E-055A-8AEE-4EDF-7B6AEDB23D82}"/>
                  </a:ext>
                </a:extLst>
              </p:cNvPr>
              <p:cNvCxnSpPr>
                <a:endCxn id="130" idx="0"/>
              </p:cNvCxnSpPr>
              <p:nvPr/>
            </p:nvCxnSpPr>
            <p:spPr>
              <a:xfrm>
                <a:off x="2103120" y="3298928"/>
                <a:ext cx="0" cy="21447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AD42767-07CB-365E-0A5B-1DE78DA7E34B}"/>
                  </a:ext>
                </a:extLst>
              </p:cNvPr>
              <p:cNvCxnSpPr>
                <a:cxnSpLocks/>
                <a:stCxn id="130" idx="4"/>
              </p:cNvCxnSpPr>
              <p:nvPr/>
            </p:nvCxnSpPr>
            <p:spPr>
              <a:xfrm flipH="1">
                <a:off x="2103118" y="3784210"/>
                <a:ext cx="2" cy="55269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B935B91F-DCAE-06D6-BC90-8D7C07CE92B9}"/>
                  </a:ext>
                </a:extLst>
              </p:cNvPr>
              <p:cNvSpPr/>
              <p:nvPr/>
            </p:nvSpPr>
            <p:spPr>
              <a:xfrm>
                <a:off x="2119086" y="420914"/>
                <a:ext cx="174171" cy="1625600"/>
              </a:xfrm>
              <a:custGeom>
                <a:avLst/>
                <a:gdLst>
                  <a:gd name="connsiteX0" fmla="*/ 0 w 174171"/>
                  <a:gd name="connsiteY0" fmla="*/ 1625600 h 1625600"/>
                  <a:gd name="connsiteX1" fmla="*/ 14514 w 174171"/>
                  <a:gd name="connsiteY1" fmla="*/ 1045029 h 1625600"/>
                  <a:gd name="connsiteX2" fmla="*/ 29028 w 174171"/>
                  <a:gd name="connsiteY2" fmla="*/ 1001486 h 1625600"/>
                  <a:gd name="connsiteX3" fmla="*/ 58057 w 174171"/>
                  <a:gd name="connsiteY3" fmla="*/ 885372 h 1625600"/>
                  <a:gd name="connsiteX4" fmla="*/ 87085 w 174171"/>
                  <a:gd name="connsiteY4" fmla="*/ 624115 h 1625600"/>
                  <a:gd name="connsiteX5" fmla="*/ 116114 w 174171"/>
                  <a:gd name="connsiteY5" fmla="*/ 566057 h 1625600"/>
                  <a:gd name="connsiteX6" fmla="*/ 130628 w 174171"/>
                  <a:gd name="connsiteY6" fmla="*/ 449943 h 1625600"/>
                  <a:gd name="connsiteX7" fmla="*/ 145143 w 174171"/>
                  <a:gd name="connsiteY7" fmla="*/ 290286 h 1625600"/>
                  <a:gd name="connsiteX8" fmla="*/ 159657 w 174171"/>
                  <a:gd name="connsiteY8" fmla="*/ 217715 h 1625600"/>
                  <a:gd name="connsiteX9" fmla="*/ 174171 w 174171"/>
                  <a:gd name="connsiteY9" fmla="*/ 130629 h 1625600"/>
                  <a:gd name="connsiteX10" fmla="*/ 145143 w 174171"/>
                  <a:gd name="connsiteY10" fmla="*/ 43543 h 1625600"/>
                  <a:gd name="connsiteX11" fmla="*/ 87085 w 174171"/>
                  <a:gd name="connsiteY11" fmla="*/ 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" h="1625600">
                    <a:moveTo>
                      <a:pt x="0" y="1625600"/>
                    </a:moveTo>
                    <a:cubicBezTo>
                      <a:pt x="4838" y="1432076"/>
                      <a:pt x="5520" y="1238404"/>
                      <a:pt x="14514" y="1045029"/>
                    </a:cubicBezTo>
                    <a:cubicBezTo>
                      <a:pt x="15225" y="1029746"/>
                      <a:pt x="25317" y="1016329"/>
                      <a:pt x="29028" y="1001486"/>
                    </a:cubicBezTo>
                    <a:lnTo>
                      <a:pt x="58057" y="885372"/>
                    </a:lnTo>
                    <a:cubicBezTo>
                      <a:pt x="59997" y="864032"/>
                      <a:pt x="75046" y="668257"/>
                      <a:pt x="87085" y="624115"/>
                    </a:cubicBezTo>
                    <a:cubicBezTo>
                      <a:pt x="92778" y="603240"/>
                      <a:pt x="106438" y="585410"/>
                      <a:pt x="116114" y="566057"/>
                    </a:cubicBezTo>
                    <a:cubicBezTo>
                      <a:pt x="120952" y="527352"/>
                      <a:pt x="126545" y="488735"/>
                      <a:pt x="130628" y="449943"/>
                    </a:cubicBezTo>
                    <a:cubicBezTo>
                      <a:pt x="136222" y="396798"/>
                      <a:pt x="138515" y="343312"/>
                      <a:pt x="145143" y="290286"/>
                    </a:cubicBezTo>
                    <a:cubicBezTo>
                      <a:pt x="148203" y="265807"/>
                      <a:pt x="155244" y="241986"/>
                      <a:pt x="159657" y="217715"/>
                    </a:cubicBezTo>
                    <a:cubicBezTo>
                      <a:pt x="164921" y="188761"/>
                      <a:pt x="169333" y="159658"/>
                      <a:pt x="174171" y="130629"/>
                    </a:cubicBezTo>
                    <a:cubicBezTo>
                      <a:pt x="164495" y="101600"/>
                      <a:pt x="162116" y="69003"/>
                      <a:pt x="145143" y="43543"/>
                    </a:cubicBezTo>
                    <a:cubicBezTo>
                      <a:pt x="131724" y="23415"/>
                      <a:pt x="87085" y="0"/>
                      <a:pt x="87085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AA210334-D658-1097-FE30-F8E961E187CA}"/>
                  </a:ext>
                </a:extLst>
              </p:cNvPr>
              <p:cNvSpPr/>
              <p:nvPr/>
            </p:nvSpPr>
            <p:spPr>
              <a:xfrm>
                <a:off x="1866600" y="1702340"/>
                <a:ext cx="429128" cy="199417"/>
              </a:xfrm>
              <a:custGeom>
                <a:avLst/>
                <a:gdLst>
                  <a:gd name="connsiteX0" fmla="*/ 268621 w 429128"/>
                  <a:gd name="connsiteY0" fmla="*/ 160507 h 199417"/>
                  <a:gd name="connsiteX1" fmla="*/ 49749 w 429128"/>
                  <a:gd name="connsiteY1" fmla="*/ 150779 h 199417"/>
                  <a:gd name="connsiteX2" fmla="*/ 10838 w 429128"/>
                  <a:gd name="connsiteY2" fmla="*/ 111869 h 199417"/>
                  <a:gd name="connsiteX3" fmla="*/ 1111 w 429128"/>
                  <a:gd name="connsiteY3" fmla="*/ 87549 h 199417"/>
                  <a:gd name="connsiteX4" fmla="*/ 98387 w 429128"/>
                  <a:gd name="connsiteY4" fmla="*/ 53503 h 199417"/>
                  <a:gd name="connsiteX5" fmla="*/ 166481 w 429128"/>
                  <a:gd name="connsiteY5" fmla="*/ 63230 h 199417"/>
                  <a:gd name="connsiteX6" fmla="*/ 181072 w 429128"/>
                  <a:gd name="connsiteY6" fmla="*/ 77822 h 199417"/>
                  <a:gd name="connsiteX7" fmla="*/ 195664 w 429128"/>
                  <a:gd name="connsiteY7" fmla="*/ 82686 h 199417"/>
                  <a:gd name="connsiteX8" fmla="*/ 219983 w 429128"/>
                  <a:gd name="connsiteY8" fmla="*/ 97277 h 199417"/>
                  <a:gd name="connsiteX9" fmla="*/ 224847 w 429128"/>
                  <a:gd name="connsiteY9" fmla="*/ 111869 h 199417"/>
                  <a:gd name="connsiteX10" fmla="*/ 258894 w 429128"/>
                  <a:gd name="connsiteY10" fmla="*/ 136188 h 199417"/>
                  <a:gd name="connsiteX11" fmla="*/ 283213 w 429128"/>
                  <a:gd name="connsiteY11" fmla="*/ 145915 h 199417"/>
                  <a:gd name="connsiteX12" fmla="*/ 395081 w 429128"/>
                  <a:gd name="connsiteY12" fmla="*/ 136188 h 199417"/>
                  <a:gd name="connsiteX13" fmla="*/ 414536 w 429128"/>
                  <a:gd name="connsiteY13" fmla="*/ 126460 h 199417"/>
                  <a:gd name="connsiteX14" fmla="*/ 429128 w 429128"/>
                  <a:gd name="connsiteY14" fmla="*/ 102141 h 199417"/>
                  <a:gd name="connsiteX15" fmla="*/ 424264 w 429128"/>
                  <a:gd name="connsiteY15" fmla="*/ 77822 h 199417"/>
                  <a:gd name="connsiteX16" fmla="*/ 419400 w 429128"/>
                  <a:gd name="connsiteY16" fmla="*/ 48639 h 199417"/>
                  <a:gd name="connsiteX17" fmla="*/ 414536 w 429128"/>
                  <a:gd name="connsiteY17" fmla="*/ 34047 h 199417"/>
                  <a:gd name="connsiteX18" fmla="*/ 399945 w 429128"/>
                  <a:gd name="connsiteY18" fmla="*/ 19456 h 199417"/>
                  <a:gd name="connsiteX19" fmla="*/ 361034 w 429128"/>
                  <a:gd name="connsiteY19" fmla="*/ 0 h 199417"/>
                  <a:gd name="connsiteX20" fmla="*/ 322123 w 429128"/>
                  <a:gd name="connsiteY20" fmla="*/ 9728 h 199417"/>
                  <a:gd name="connsiteX21" fmla="*/ 292940 w 429128"/>
                  <a:gd name="connsiteY21" fmla="*/ 29183 h 199417"/>
                  <a:gd name="connsiteX22" fmla="*/ 273485 w 429128"/>
                  <a:gd name="connsiteY22" fmla="*/ 63230 h 199417"/>
                  <a:gd name="connsiteX23" fmla="*/ 268621 w 429128"/>
                  <a:gd name="connsiteY23" fmla="*/ 87549 h 199417"/>
                  <a:gd name="connsiteX24" fmla="*/ 258894 w 429128"/>
                  <a:gd name="connsiteY24" fmla="*/ 102141 h 199417"/>
                  <a:gd name="connsiteX25" fmla="*/ 254030 w 429128"/>
                  <a:gd name="connsiteY25" fmla="*/ 116732 h 199417"/>
                  <a:gd name="connsiteX26" fmla="*/ 234574 w 429128"/>
                  <a:gd name="connsiteY26" fmla="*/ 160507 h 199417"/>
                  <a:gd name="connsiteX27" fmla="*/ 229711 w 429128"/>
                  <a:gd name="connsiteY27" fmla="*/ 184826 h 199417"/>
                  <a:gd name="connsiteX28" fmla="*/ 215119 w 429128"/>
                  <a:gd name="connsiteY28" fmla="*/ 199417 h 199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29128" h="199417">
                    <a:moveTo>
                      <a:pt x="268621" y="160507"/>
                    </a:moveTo>
                    <a:cubicBezTo>
                      <a:pt x="90970" y="171609"/>
                      <a:pt x="162662" y="185521"/>
                      <a:pt x="49749" y="150779"/>
                    </a:cubicBezTo>
                    <a:cubicBezTo>
                      <a:pt x="36779" y="137809"/>
                      <a:pt x="22022" y="126408"/>
                      <a:pt x="10838" y="111869"/>
                    </a:cubicBezTo>
                    <a:cubicBezTo>
                      <a:pt x="5515" y="104949"/>
                      <a:pt x="-3070" y="95214"/>
                      <a:pt x="1111" y="87549"/>
                    </a:cubicBezTo>
                    <a:cubicBezTo>
                      <a:pt x="21884" y="49465"/>
                      <a:pt x="64511" y="56325"/>
                      <a:pt x="98387" y="53503"/>
                    </a:cubicBezTo>
                    <a:cubicBezTo>
                      <a:pt x="121085" y="56745"/>
                      <a:pt x="144484" y="56760"/>
                      <a:pt x="166481" y="63230"/>
                    </a:cubicBezTo>
                    <a:cubicBezTo>
                      <a:pt x="173080" y="65171"/>
                      <a:pt x="175349" y="74006"/>
                      <a:pt x="181072" y="77822"/>
                    </a:cubicBezTo>
                    <a:cubicBezTo>
                      <a:pt x="185338" y="80666"/>
                      <a:pt x="191078" y="80393"/>
                      <a:pt x="195664" y="82686"/>
                    </a:cubicBezTo>
                    <a:cubicBezTo>
                      <a:pt x="204119" y="86914"/>
                      <a:pt x="211877" y="92413"/>
                      <a:pt x="219983" y="97277"/>
                    </a:cubicBezTo>
                    <a:cubicBezTo>
                      <a:pt x="221604" y="102141"/>
                      <a:pt x="222003" y="107603"/>
                      <a:pt x="224847" y="111869"/>
                    </a:cubicBezTo>
                    <a:cubicBezTo>
                      <a:pt x="233946" y="125518"/>
                      <a:pt x="244480" y="129782"/>
                      <a:pt x="258894" y="136188"/>
                    </a:cubicBezTo>
                    <a:cubicBezTo>
                      <a:pt x="266872" y="139734"/>
                      <a:pt x="275107" y="142673"/>
                      <a:pt x="283213" y="145915"/>
                    </a:cubicBezTo>
                    <a:cubicBezTo>
                      <a:pt x="320502" y="142673"/>
                      <a:pt x="358055" y="141673"/>
                      <a:pt x="395081" y="136188"/>
                    </a:cubicBezTo>
                    <a:cubicBezTo>
                      <a:pt x="402253" y="135125"/>
                      <a:pt x="409409" y="131587"/>
                      <a:pt x="414536" y="126460"/>
                    </a:cubicBezTo>
                    <a:cubicBezTo>
                      <a:pt x="421221" y="119775"/>
                      <a:pt x="424264" y="110247"/>
                      <a:pt x="429128" y="102141"/>
                    </a:cubicBezTo>
                    <a:cubicBezTo>
                      <a:pt x="427507" y="94035"/>
                      <a:pt x="425743" y="85956"/>
                      <a:pt x="424264" y="77822"/>
                    </a:cubicBezTo>
                    <a:cubicBezTo>
                      <a:pt x="422500" y="68119"/>
                      <a:pt x="421539" y="58266"/>
                      <a:pt x="419400" y="48639"/>
                    </a:cubicBezTo>
                    <a:cubicBezTo>
                      <a:pt x="418288" y="43634"/>
                      <a:pt x="417380" y="38313"/>
                      <a:pt x="414536" y="34047"/>
                    </a:cubicBezTo>
                    <a:cubicBezTo>
                      <a:pt x="410721" y="28324"/>
                      <a:pt x="405748" y="23149"/>
                      <a:pt x="399945" y="19456"/>
                    </a:cubicBezTo>
                    <a:cubicBezTo>
                      <a:pt x="387711" y="11671"/>
                      <a:pt x="361034" y="0"/>
                      <a:pt x="361034" y="0"/>
                    </a:cubicBezTo>
                    <a:cubicBezTo>
                      <a:pt x="348064" y="3243"/>
                      <a:pt x="334412" y="4462"/>
                      <a:pt x="322123" y="9728"/>
                    </a:cubicBezTo>
                    <a:cubicBezTo>
                      <a:pt x="311377" y="14333"/>
                      <a:pt x="301738" y="21484"/>
                      <a:pt x="292940" y="29183"/>
                    </a:cubicBezTo>
                    <a:cubicBezTo>
                      <a:pt x="286832" y="34528"/>
                      <a:pt x="276350" y="57499"/>
                      <a:pt x="273485" y="63230"/>
                    </a:cubicBezTo>
                    <a:cubicBezTo>
                      <a:pt x="271864" y="71336"/>
                      <a:pt x="271524" y="79808"/>
                      <a:pt x="268621" y="87549"/>
                    </a:cubicBezTo>
                    <a:cubicBezTo>
                      <a:pt x="266569" y="93022"/>
                      <a:pt x="261508" y="96912"/>
                      <a:pt x="258894" y="102141"/>
                    </a:cubicBezTo>
                    <a:cubicBezTo>
                      <a:pt x="256601" y="106727"/>
                      <a:pt x="256112" y="112047"/>
                      <a:pt x="254030" y="116732"/>
                    </a:cubicBezTo>
                    <a:cubicBezTo>
                      <a:pt x="244799" y="137500"/>
                      <a:pt x="239269" y="141726"/>
                      <a:pt x="234574" y="160507"/>
                    </a:cubicBezTo>
                    <a:cubicBezTo>
                      <a:pt x="232569" y="168527"/>
                      <a:pt x="233408" y="177432"/>
                      <a:pt x="229711" y="184826"/>
                    </a:cubicBezTo>
                    <a:cubicBezTo>
                      <a:pt x="226635" y="190978"/>
                      <a:pt x="215119" y="199417"/>
                      <a:pt x="215119" y="199417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7A53DC6-1327-3BD1-B70C-C4E6E4901E5F}"/>
                </a:ext>
              </a:extLst>
            </p:cNvPr>
            <p:cNvSpPr txBox="1"/>
            <p:nvPr/>
          </p:nvSpPr>
          <p:spPr>
            <a:xfrm>
              <a:off x="5813039" y="2251772"/>
              <a:ext cx="685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03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63CD6157-E895-21B0-3E85-EE24A741B304}"/>
                </a:ext>
              </a:extLst>
            </p:cNvPr>
            <p:cNvSpPr txBox="1"/>
            <p:nvPr/>
          </p:nvSpPr>
          <p:spPr>
            <a:xfrm>
              <a:off x="5275706" y="4957428"/>
              <a:ext cx="163137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Lorem ipsum dolor sit amet, consectetuer adipiscing elit. Maecenas porttitor congue massa. 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8402FEDB-FDE5-5C28-647E-B350AB237471}"/>
                </a:ext>
              </a:extLst>
            </p:cNvPr>
            <p:cNvSpPr txBox="1"/>
            <p:nvPr/>
          </p:nvSpPr>
          <p:spPr>
            <a:xfrm>
              <a:off x="5450888" y="4392741"/>
              <a:ext cx="1324913" cy="375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FD0241D-3ABB-B5BA-2943-98949911383D}"/>
              </a:ext>
            </a:extLst>
          </p:cNvPr>
          <p:cNvGrpSpPr/>
          <p:nvPr/>
        </p:nvGrpSpPr>
        <p:grpSpPr>
          <a:xfrm>
            <a:off x="7466338" y="450166"/>
            <a:ext cx="2208627" cy="5716650"/>
            <a:chOff x="7466338" y="450166"/>
            <a:chExt cx="2208627" cy="5716650"/>
          </a:xfrm>
          <a:effectLst>
            <a:reflection blurRad="6350" stA="50000" endA="300" endPos="38500" dist="50800" dir="5400000" sy="-100000" algn="bl" rotWithShape="0"/>
          </a:effectLst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F2C7099D-E05D-6F52-462A-1DA4F8DDF589}"/>
                </a:ext>
              </a:extLst>
            </p:cNvPr>
            <p:cNvGrpSpPr/>
            <p:nvPr/>
          </p:nvGrpSpPr>
          <p:grpSpPr>
            <a:xfrm>
              <a:off x="7466338" y="450166"/>
              <a:ext cx="2208627" cy="5716650"/>
              <a:chOff x="998805" y="420914"/>
              <a:chExt cx="2208627" cy="5716650"/>
            </a:xfrm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395E4E49-9E78-D3A3-CB81-76C1795EA6A3}"/>
                  </a:ext>
                </a:extLst>
              </p:cNvPr>
              <p:cNvSpPr/>
              <p:nvPr/>
            </p:nvSpPr>
            <p:spPr>
              <a:xfrm rot="8100000">
                <a:off x="1526344" y="1906468"/>
                <a:ext cx="1153552" cy="1153552"/>
              </a:xfrm>
              <a:custGeom>
                <a:avLst/>
                <a:gdLst>
                  <a:gd name="connsiteX0" fmla="*/ 202187 w 1153552"/>
                  <a:gd name="connsiteY0" fmla="*/ 951368 h 1153552"/>
                  <a:gd name="connsiteX1" fmla="*/ 344785 w 1153552"/>
                  <a:gd name="connsiteY1" fmla="*/ 951368 h 1153552"/>
                  <a:gd name="connsiteX2" fmla="*/ 344785 w 1153552"/>
                  <a:gd name="connsiteY2" fmla="*/ 808770 h 1153552"/>
                  <a:gd name="connsiteX3" fmla="*/ 202187 w 1153552"/>
                  <a:gd name="connsiteY3" fmla="*/ 808770 h 1153552"/>
                  <a:gd name="connsiteX4" fmla="*/ 202187 w 1153552"/>
                  <a:gd name="connsiteY4" fmla="*/ 951368 h 1153552"/>
                  <a:gd name="connsiteX5" fmla="*/ 133911 w 1153552"/>
                  <a:gd name="connsiteY5" fmla="*/ 1019641 h 1153552"/>
                  <a:gd name="connsiteX6" fmla="*/ 0 w 1153552"/>
                  <a:gd name="connsiteY6" fmla="*/ 696352 h 1153552"/>
                  <a:gd name="connsiteX7" fmla="*/ 457200 w 1153552"/>
                  <a:gd name="connsiteY7" fmla="*/ 239152 h 1153552"/>
                  <a:gd name="connsiteX8" fmla="*/ 1153552 w 1153552"/>
                  <a:gd name="connsiteY8" fmla="*/ 0 h 1153552"/>
                  <a:gd name="connsiteX9" fmla="*/ 914400 w 1153552"/>
                  <a:gd name="connsiteY9" fmla="*/ 696352 h 1153552"/>
                  <a:gd name="connsiteX10" fmla="*/ 457200 w 1153552"/>
                  <a:gd name="connsiteY10" fmla="*/ 1153552 h 1153552"/>
                  <a:gd name="connsiteX11" fmla="*/ 133911 w 1153552"/>
                  <a:gd name="connsiteY11" fmla="*/ 1019641 h 1153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53552" h="1153552">
                    <a:moveTo>
                      <a:pt x="202187" y="951368"/>
                    </a:moveTo>
                    <a:cubicBezTo>
                      <a:pt x="241564" y="990745"/>
                      <a:pt x="305408" y="990745"/>
                      <a:pt x="344785" y="951368"/>
                    </a:cubicBezTo>
                    <a:cubicBezTo>
                      <a:pt x="384162" y="911991"/>
                      <a:pt x="384162" y="848147"/>
                      <a:pt x="344785" y="808770"/>
                    </a:cubicBezTo>
                    <a:cubicBezTo>
                      <a:pt x="305408" y="769393"/>
                      <a:pt x="241564" y="769393"/>
                      <a:pt x="202187" y="808770"/>
                    </a:cubicBezTo>
                    <a:cubicBezTo>
                      <a:pt x="162810" y="848147"/>
                      <a:pt x="162810" y="911991"/>
                      <a:pt x="202187" y="951368"/>
                    </a:cubicBezTo>
                    <a:close/>
                    <a:moveTo>
                      <a:pt x="133911" y="1019641"/>
                    </a:moveTo>
                    <a:cubicBezTo>
                      <a:pt x="51174" y="936905"/>
                      <a:pt x="0" y="822605"/>
                      <a:pt x="0" y="696352"/>
                    </a:cubicBezTo>
                    <a:cubicBezTo>
                      <a:pt x="0" y="443847"/>
                      <a:pt x="204695" y="239152"/>
                      <a:pt x="457200" y="239152"/>
                    </a:cubicBezTo>
                    <a:cubicBezTo>
                      <a:pt x="689317" y="239152"/>
                      <a:pt x="921435" y="159435"/>
                      <a:pt x="1153552" y="0"/>
                    </a:cubicBezTo>
                    <a:cubicBezTo>
                      <a:pt x="994117" y="232117"/>
                      <a:pt x="914400" y="464235"/>
                      <a:pt x="914400" y="696352"/>
                    </a:cubicBezTo>
                    <a:cubicBezTo>
                      <a:pt x="914400" y="948857"/>
                      <a:pt x="709705" y="1153552"/>
                      <a:pt x="457200" y="1153552"/>
                    </a:cubicBezTo>
                    <a:cubicBezTo>
                      <a:pt x="330947" y="1153552"/>
                      <a:pt x="216647" y="1102378"/>
                      <a:pt x="133911" y="1019641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20B7D2FB-5362-BBFB-1C5C-F0363C73274C}"/>
                  </a:ext>
                </a:extLst>
              </p:cNvPr>
              <p:cNvSpPr/>
              <p:nvPr/>
            </p:nvSpPr>
            <p:spPr>
              <a:xfrm>
                <a:off x="1967718" y="3513407"/>
                <a:ext cx="270803" cy="270803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0D636658-3536-BC50-3AA9-F294DDDA93FA}"/>
                  </a:ext>
                </a:extLst>
              </p:cNvPr>
              <p:cNvSpPr/>
              <p:nvPr/>
            </p:nvSpPr>
            <p:spPr>
              <a:xfrm>
                <a:off x="998805" y="4336900"/>
                <a:ext cx="2208627" cy="375778"/>
              </a:xfrm>
              <a:custGeom>
                <a:avLst/>
                <a:gdLst>
                  <a:gd name="connsiteX0" fmla="*/ 0 w 2208627"/>
                  <a:gd name="connsiteY0" fmla="*/ 0 h 375778"/>
                  <a:gd name="connsiteX1" fmla="*/ 2208627 w 2208627"/>
                  <a:gd name="connsiteY1" fmla="*/ 0 h 375778"/>
                  <a:gd name="connsiteX2" fmla="*/ 2208627 w 2208627"/>
                  <a:gd name="connsiteY2" fmla="*/ 375778 h 375778"/>
                  <a:gd name="connsiteX3" fmla="*/ 0 w 2208627"/>
                  <a:gd name="connsiteY3" fmla="*/ 375778 h 375778"/>
                  <a:gd name="connsiteX4" fmla="*/ 0 w 2208627"/>
                  <a:gd name="connsiteY4" fmla="*/ 0 h 375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375778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375778"/>
                    </a:lnTo>
                    <a:lnTo>
                      <a:pt x="0" y="3757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BBC0246F-A97E-35E5-E731-C2188B408494}"/>
                  </a:ext>
                </a:extLst>
              </p:cNvPr>
              <p:cNvSpPr/>
              <p:nvPr/>
            </p:nvSpPr>
            <p:spPr>
              <a:xfrm>
                <a:off x="998805" y="4712678"/>
                <a:ext cx="2208627" cy="1424886"/>
              </a:xfrm>
              <a:custGeom>
                <a:avLst/>
                <a:gdLst>
                  <a:gd name="connsiteX0" fmla="*/ 0 w 2208627"/>
                  <a:gd name="connsiteY0" fmla="*/ 0 h 1424886"/>
                  <a:gd name="connsiteX1" fmla="*/ 2208627 w 2208627"/>
                  <a:gd name="connsiteY1" fmla="*/ 0 h 1424886"/>
                  <a:gd name="connsiteX2" fmla="*/ 2208627 w 2208627"/>
                  <a:gd name="connsiteY2" fmla="*/ 1424886 h 1424886"/>
                  <a:gd name="connsiteX3" fmla="*/ 0 w 2208627"/>
                  <a:gd name="connsiteY3" fmla="*/ 1424886 h 1424886"/>
                  <a:gd name="connsiteX4" fmla="*/ 0 w 2208627"/>
                  <a:gd name="connsiteY4" fmla="*/ 0 h 1424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1424886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1424886"/>
                    </a:lnTo>
                    <a:lnTo>
                      <a:pt x="0" y="14248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324BECFF-417C-0EEA-DE71-49EF7EC4E299}"/>
                  </a:ext>
                </a:extLst>
              </p:cNvPr>
              <p:cNvCxnSpPr>
                <a:endCxn id="139" idx="0"/>
              </p:cNvCxnSpPr>
              <p:nvPr/>
            </p:nvCxnSpPr>
            <p:spPr>
              <a:xfrm>
                <a:off x="2103120" y="3298928"/>
                <a:ext cx="0" cy="21447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4442E99C-476B-1EF4-1C20-8E3271ECD447}"/>
                  </a:ext>
                </a:extLst>
              </p:cNvPr>
              <p:cNvCxnSpPr>
                <a:cxnSpLocks/>
                <a:stCxn id="139" idx="4"/>
              </p:cNvCxnSpPr>
              <p:nvPr/>
            </p:nvCxnSpPr>
            <p:spPr>
              <a:xfrm flipH="1">
                <a:off x="2103118" y="3784210"/>
                <a:ext cx="2" cy="55269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5DCD629-5370-951E-24D3-4F23A9BD9167}"/>
                  </a:ext>
                </a:extLst>
              </p:cNvPr>
              <p:cNvSpPr/>
              <p:nvPr/>
            </p:nvSpPr>
            <p:spPr>
              <a:xfrm>
                <a:off x="2119086" y="420914"/>
                <a:ext cx="174171" cy="1625600"/>
              </a:xfrm>
              <a:custGeom>
                <a:avLst/>
                <a:gdLst>
                  <a:gd name="connsiteX0" fmla="*/ 0 w 174171"/>
                  <a:gd name="connsiteY0" fmla="*/ 1625600 h 1625600"/>
                  <a:gd name="connsiteX1" fmla="*/ 14514 w 174171"/>
                  <a:gd name="connsiteY1" fmla="*/ 1045029 h 1625600"/>
                  <a:gd name="connsiteX2" fmla="*/ 29028 w 174171"/>
                  <a:gd name="connsiteY2" fmla="*/ 1001486 h 1625600"/>
                  <a:gd name="connsiteX3" fmla="*/ 58057 w 174171"/>
                  <a:gd name="connsiteY3" fmla="*/ 885372 h 1625600"/>
                  <a:gd name="connsiteX4" fmla="*/ 87085 w 174171"/>
                  <a:gd name="connsiteY4" fmla="*/ 624115 h 1625600"/>
                  <a:gd name="connsiteX5" fmla="*/ 116114 w 174171"/>
                  <a:gd name="connsiteY5" fmla="*/ 566057 h 1625600"/>
                  <a:gd name="connsiteX6" fmla="*/ 130628 w 174171"/>
                  <a:gd name="connsiteY6" fmla="*/ 449943 h 1625600"/>
                  <a:gd name="connsiteX7" fmla="*/ 145143 w 174171"/>
                  <a:gd name="connsiteY7" fmla="*/ 290286 h 1625600"/>
                  <a:gd name="connsiteX8" fmla="*/ 159657 w 174171"/>
                  <a:gd name="connsiteY8" fmla="*/ 217715 h 1625600"/>
                  <a:gd name="connsiteX9" fmla="*/ 174171 w 174171"/>
                  <a:gd name="connsiteY9" fmla="*/ 130629 h 1625600"/>
                  <a:gd name="connsiteX10" fmla="*/ 145143 w 174171"/>
                  <a:gd name="connsiteY10" fmla="*/ 43543 h 1625600"/>
                  <a:gd name="connsiteX11" fmla="*/ 87085 w 174171"/>
                  <a:gd name="connsiteY11" fmla="*/ 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" h="1625600">
                    <a:moveTo>
                      <a:pt x="0" y="1625600"/>
                    </a:moveTo>
                    <a:cubicBezTo>
                      <a:pt x="4838" y="1432076"/>
                      <a:pt x="5520" y="1238404"/>
                      <a:pt x="14514" y="1045029"/>
                    </a:cubicBezTo>
                    <a:cubicBezTo>
                      <a:pt x="15225" y="1029746"/>
                      <a:pt x="25317" y="1016329"/>
                      <a:pt x="29028" y="1001486"/>
                    </a:cubicBezTo>
                    <a:lnTo>
                      <a:pt x="58057" y="885372"/>
                    </a:lnTo>
                    <a:cubicBezTo>
                      <a:pt x="59997" y="864032"/>
                      <a:pt x="75046" y="668257"/>
                      <a:pt x="87085" y="624115"/>
                    </a:cubicBezTo>
                    <a:cubicBezTo>
                      <a:pt x="92778" y="603240"/>
                      <a:pt x="106438" y="585410"/>
                      <a:pt x="116114" y="566057"/>
                    </a:cubicBezTo>
                    <a:cubicBezTo>
                      <a:pt x="120952" y="527352"/>
                      <a:pt x="126545" y="488735"/>
                      <a:pt x="130628" y="449943"/>
                    </a:cubicBezTo>
                    <a:cubicBezTo>
                      <a:pt x="136222" y="396798"/>
                      <a:pt x="138515" y="343312"/>
                      <a:pt x="145143" y="290286"/>
                    </a:cubicBezTo>
                    <a:cubicBezTo>
                      <a:pt x="148203" y="265807"/>
                      <a:pt x="155244" y="241986"/>
                      <a:pt x="159657" y="217715"/>
                    </a:cubicBezTo>
                    <a:cubicBezTo>
                      <a:pt x="164921" y="188761"/>
                      <a:pt x="169333" y="159658"/>
                      <a:pt x="174171" y="130629"/>
                    </a:cubicBezTo>
                    <a:cubicBezTo>
                      <a:pt x="164495" y="101600"/>
                      <a:pt x="162116" y="69003"/>
                      <a:pt x="145143" y="43543"/>
                    </a:cubicBezTo>
                    <a:cubicBezTo>
                      <a:pt x="131724" y="23415"/>
                      <a:pt x="87085" y="0"/>
                      <a:pt x="87085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D63BE257-3AF2-4BD2-EDB4-A682B8E42559}"/>
                  </a:ext>
                </a:extLst>
              </p:cNvPr>
              <p:cNvSpPr/>
              <p:nvPr/>
            </p:nvSpPr>
            <p:spPr>
              <a:xfrm>
                <a:off x="1866600" y="1702340"/>
                <a:ext cx="429128" cy="199417"/>
              </a:xfrm>
              <a:custGeom>
                <a:avLst/>
                <a:gdLst>
                  <a:gd name="connsiteX0" fmla="*/ 268621 w 429128"/>
                  <a:gd name="connsiteY0" fmla="*/ 160507 h 199417"/>
                  <a:gd name="connsiteX1" fmla="*/ 49749 w 429128"/>
                  <a:gd name="connsiteY1" fmla="*/ 150779 h 199417"/>
                  <a:gd name="connsiteX2" fmla="*/ 10838 w 429128"/>
                  <a:gd name="connsiteY2" fmla="*/ 111869 h 199417"/>
                  <a:gd name="connsiteX3" fmla="*/ 1111 w 429128"/>
                  <a:gd name="connsiteY3" fmla="*/ 87549 h 199417"/>
                  <a:gd name="connsiteX4" fmla="*/ 98387 w 429128"/>
                  <a:gd name="connsiteY4" fmla="*/ 53503 h 199417"/>
                  <a:gd name="connsiteX5" fmla="*/ 166481 w 429128"/>
                  <a:gd name="connsiteY5" fmla="*/ 63230 h 199417"/>
                  <a:gd name="connsiteX6" fmla="*/ 181072 w 429128"/>
                  <a:gd name="connsiteY6" fmla="*/ 77822 h 199417"/>
                  <a:gd name="connsiteX7" fmla="*/ 195664 w 429128"/>
                  <a:gd name="connsiteY7" fmla="*/ 82686 h 199417"/>
                  <a:gd name="connsiteX8" fmla="*/ 219983 w 429128"/>
                  <a:gd name="connsiteY8" fmla="*/ 97277 h 199417"/>
                  <a:gd name="connsiteX9" fmla="*/ 224847 w 429128"/>
                  <a:gd name="connsiteY9" fmla="*/ 111869 h 199417"/>
                  <a:gd name="connsiteX10" fmla="*/ 258894 w 429128"/>
                  <a:gd name="connsiteY10" fmla="*/ 136188 h 199417"/>
                  <a:gd name="connsiteX11" fmla="*/ 283213 w 429128"/>
                  <a:gd name="connsiteY11" fmla="*/ 145915 h 199417"/>
                  <a:gd name="connsiteX12" fmla="*/ 395081 w 429128"/>
                  <a:gd name="connsiteY12" fmla="*/ 136188 h 199417"/>
                  <a:gd name="connsiteX13" fmla="*/ 414536 w 429128"/>
                  <a:gd name="connsiteY13" fmla="*/ 126460 h 199417"/>
                  <a:gd name="connsiteX14" fmla="*/ 429128 w 429128"/>
                  <a:gd name="connsiteY14" fmla="*/ 102141 h 199417"/>
                  <a:gd name="connsiteX15" fmla="*/ 424264 w 429128"/>
                  <a:gd name="connsiteY15" fmla="*/ 77822 h 199417"/>
                  <a:gd name="connsiteX16" fmla="*/ 419400 w 429128"/>
                  <a:gd name="connsiteY16" fmla="*/ 48639 h 199417"/>
                  <a:gd name="connsiteX17" fmla="*/ 414536 w 429128"/>
                  <a:gd name="connsiteY17" fmla="*/ 34047 h 199417"/>
                  <a:gd name="connsiteX18" fmla="*/ 399945 w 429128"/>
                  <a:gd name="connsiteY18" fmla="*/ 19456 h 199417"/>
                  <a:gd name="connsiteX19" fmla="*/ 361034 w 429128"/>
                  <a:gd name="connsiteY19" fmla="*/ 0 h 199417"/>
                  <a:gd name="connsiteX20" fmla="*/ 322123 w 429128"/>
                  <a:gd name="connsiteY20" fmla="*/ 9728 h 199417"/>
                  <a:gd name="connsiteX21" fmla="*/ 292940 w 429128"/>
                  <a:gd name="connsiteY21" fmla="*/ 29183 h 199417"/>
                  <a:gd name="connsiteX22" fmla="*/ 273485 w 429128"/>
                  <a:gd name="connsiteY22" fmla="*/ 63230 h 199417"/>
                  <a:gd name="connsiteX23" fmla="*/ 268621 w 429128"/>
                  <a:gd name="connsiteY23" fmla="*/ 87549 h 199417"/>
                  <a:gd name="connsiteX24" fmla="*/ 258894 w 429128"/>
                  <a:gd name="connsiteY24" fmla="*/ 102141 h 199417"/>
                  <a:gd name="connsiteX25" fmla="*/ 254030 w 429128"/>
                  <a:gd name="connsiteY25" fmla="*/ 116732 h 199417"/>
                  <a:gd name="connsiteX26" fmla="*/ 234574 w 429128"/>
                  <a:gd name="connsiteY26" fmla="*/ 160507 h 199417"/>
                  <a:gd name="connsiteX27" fmla="*/ 229711 w 429128"/>
                  <a:gd name="connsiteY27" fmla="*/ 184826 h 199417"/>
                  <a:gd name="connsiteX28" fmla="*/ 215119 w 429128"/>
                  <a:gd name="connsiteY28" fmla="*/ 199417 h 199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29128" h="199417">
                    <a:moveTo>
                      <a:pt x="268621" y="160507"/>
                    </a:moveTo>
                    <a:cubicBezTo>
                      <a:pt x="90970" y="171609"/>
                      <a:pt x="162662" y="185521"/>
                      <a:pt x="49749" y="150779"/>
                    </a:cubicBezTo>
                    <a:cubicBezTo>
                      <a:pt x="36779" y="137809"/>
                      <a:pt x="22022" y="126408"/>
                      <a:pt x="10838" y="111869"/>
                    </a:cubicBezTo>
                    <a:cubicBezTo>
                      <a:pt x="5515" y="104949"/>
                      <a:pt x="-3070" y="95214"/>
                      <a:pt x="1111" y="87549"/>
                    </a:cubicBezTo>
                    <a:cubicBezTo>
                      <a:pt x="21884" y="49465"/>
                      <a:pt x="64511" y="56325"/>
                      <a:pt x="98387" y="53503"/>
                    </a:cubicBezTo>
                    <a:cubicBezTo>
                      <a:pt x="121085" y="56745"/>
                      <a:pt x="144484" y="56760"/>
                      <a:pt x="166481" y="63230"/>
                    </a:cubicBezTo>
                    <a:cubicBezTo>
                      <a:pt x="173080" y="65171"/>
                      <a:pt x="175349" y="74006"/>
                      <a:pt x="181072" y="77822"/>
                    </a:cubicBezTo>
                    <a:cubicBezTo>
                      <a:pt x="185338" y="80666"/>
                      <a:pt x="191078" y="80393"/>
                      <a:pt x="195664" y="82686"/>
                    </a:cubicBezTo>
                    <a:cubicBezTo>
                      <a:pt x="204119" y="86914"/>
                      <a:pt x="211877" y="92413"/>
                      <a:pt x="219983" y="97277"/>
                    </a:cubicBezTo>
                    <a:cubicBezTo>
                      <a:pt x="221604" y="102141"/>
                      <a:pt x="222003" y="107603"/>
                      <a:pt x="224847" y="111869"/>
                    </a:cubicBezTo>
                    <a:cubicBezTo>
                      <a:pt x="233946" y="125518"/>
                      <a:pt x="244480" y="129782"/>
                      <a:pt x="258894" y="136188"/>
                    </a:cubicBezTo>
                    <a:cubicBezTo>
                      <a:pt x="266872" y="139734"/>
                      <a:pt x="275107" y="142673"/>
                      <a:pt x="283213" y="145915"/>
                    </a:cubicBezTo>
                    <a:cubicBezTo>
                      <a:pt x="320502" y="142673"/>
                      <a:pt x="358055" y="141673"/>
                      <a:pt x="395081" y="136188"/>
                    </a:cubicBezTo>
                    <a:cubicBezTo>
                      <a:pt x="402253" y="135125"/>
                      <a:pt x="409409" y="131587"/>
                      <a:pt x="414536" y="126460"/>
                    </a:cubicBezTo>
                    <a:cubicBezTo>
                      <a:pt x="421221" y="119775"/>
                      <a:pt x="424264" y="110247"/>
                      <a:pt x="429128" y="102141"/>
                    </a:cubicBezTo>
                    <a:cubicBezTo>
                      <a:pt x="427507" y="94035"/>
                      <a:pt x="425743" y="85956"/>
                      <a:pt x="424264" y="77822"/>
                    </a:cubicBezTo>
                    <a:cubicBezTo>
                      <a:pt x="422500" y="68119"/>
                      <a:pt x="421539" y="58266"/>
                      <a:pt x="419400" y="48639"/>
                    </a:cubicBezTo>
                    <a:cubicBezTo>
                      <a:pt x="418288" y="43634"/>
                      <a:pt x="417380" y="38313"/>
                      <a:pt x="414536" y="34047"/>
                    </a:cubicBezTo>
                    <a:cubicBezTo>
                      <a:pt x="410721" y="28324"/>
                      <a:pt x="405748" y="23149"/>
                      <a:pt x="399945" y="19456"/>
                    </a:cubicBezTo>
                    <a:cubicBezTo>
                      <a:pt x="387711" y="11671"/>
                      <a:pt x="361034" y="0"/>
                      <a:pt x="361034" y="0"/>
                    </a:cubicBezTo>
                    <a:cubicBezTo>
                      <a:pt x="348064" y="3243"/>
                      <a:pt x="334412" y="4462"/>
                      <a:pt x="322123" y="9728"/>
                    </a:cubicBezTo>
                    <a:cubicBezTo>
                      <a:pt x="311377" y="14333"/>
                      <a:pt x="301738" y="21484"/>
                      <a:pt x="292940" y="29183"/>
                    </a:cubicBezTo>
                    <a:cubicBezTo>
                      <a:pt x="286832" y="34528"/>
                      <a:pt x="276350" y="57499"/>
                      <a:pt x="273485" y="63230"/>
                    </a:cubicBezTo>
                    <a:cubicBezTo>
                      <a:pt x="271864" y="71336"/>
                      <a:pt x="271524" y="79808"/>
                      <a:pt x="268621" y="87549"/>
                    </a:cubicBezTo>
                    <a:cubicBezTo>
                      <a:pt x="266569" y="93022"/>
                      <a:pt x="261508" y="96912"/>
                      <a:pt x="258894" y="102141"/>
                    </a:cubicBezTo>
                    <a:cubicBezTo>
                      <a:pt x="256601" y="106727"/>
                      <a:pt x="256112" y="112047"/>
                      <a:pt x="254030" y="116732"/>
                    </a:cubicBezTo>
                    <a:cubicBezTo>
                      <a:pt x="244799" y="137500"/>
                      <a:pt x="239269" y="141726"/>
                      <a:pt x="234574" y="160507"/>
                    </a:cubicBezTo>
                    <a:cubicBezTo>
                      <a:pt x="232569" y="168527"/>
                      <a:pt x="233408" y="177432"/>
                      <a:pt x="229711" y="184826"/>
                    </a:cubicBezTo>
                    <a:cubicBezTo>
                      <a:pt x="226635" y="190978"/>
                      <a:pt x="215119" y="199417"/>
                      <a:pt x="215119" y="199417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6EBFBDE-C0C3-B24C-D8F6-A51D54D8BF5D}"/>
                </a:ext>
              </a:extLst>
            </p:cNvPr>
            <p:cNvSpPr txBox="1"/>
            <p:nvPr/>
          </p:nvSpPr>
          <p:spPr>
            <a:xfrm>
              <a:off x="8243761" y="2251772"/>
              <a:ext cx="685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04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9E2CA131-15F9-F5D9-8415-A412CCEBC687}"/>
                </a:ext>
              </a:extLst>
            </p:cNvPr>
            <p:cNvSpPr txBox="1"/>
            <p:nvPr/>
          </p:nvSpPr>
          <p:spPr>
            <a:xfrm>
              <a:off x="7728440" y="4957428"/>
              <a:ext cx="163137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Lorem ipsum dolor sit amet, consectetuer adipiscing elit. Maecenas porttitor congue massa. 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B424EE2F-4336-8E09-C19D-D99CF952C163}"/>
                </a:ext>
              </a:extLst>
            </p:cNvPr>
            <p:cNvSpPr txBox="1"/>
            <p:nvPr/>
          </p:nvSpPr>
          <p:spPr>
            <a:xfrm>
              <a:off x="7903622" y="4392741"/>
              <a:ext cx="1324913" cy="375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AA555070-A3EF-6229-B783-DCDE4BCF9BCE}"/>
              </a:ext>
            </a:extLst>
          </p:cNvPr>
          <p:cNvGrpSpPr/>
          <p:nvPr/>
        </p:nvGrpSpPr>
        <p:grpSpPr>
          <a:xfrm>
            <a:off x="9897059" y="450166"/>
            <a:ext cx="2208627" cy="5716650"/>
            <a:chOff x="9897059" y="450166"/>
            <a:chExt cx="2208627" cy="5716650"/>
          </a:xfrm>
          <a:effectLst>
            <a:reflection blurRad="6350" stA="50000" endA="300" endPos="38500" dist="50800" dir="5400000" sy="-100000" algn="bl" rotWithShape="0"/>
          </a:effectLst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898506A6-B183-E38F-466C-076BF46073B1}"/>
                </a:ext>
              </a:extLst>
            </p:cNvPr>
            <p:cNvGrpSpPr/>
            <p:nvPr/>
          </p:nvGrpSpPr>
          <p:grpSpPr>
            <a:xfrm>
              <a:off x="9897059" y="450166"/>
              <a:ext cx="2208627" cy="5716650"/>
              <a:chOff x="998805" y="420914"/>
              <a:chExt cx="2208627" cy="5716650"/>
            </a:xfrm>
          </p:grpSpPr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8BE25EFF-9C3B-CC45-1C4F-F8101EB2649B}"/>
                  </a:ext>
                </a:extLst>
              </p:cNvPr>
              <p:cNvSpPr/>
              <p:nvPr/>
            </p:nvSpPr>
            <p:spPr>
              <a:xfrm rot="8100000">
                <a:off x="1526344" y="1906468"/>
                <a:ext cx="1153552" cy="1153552"/>
              </a:xfrm>
              <a:custGeom>
                <a:avLst/>
                <a:gdLst>
                  <a:gd name="connsiteX0" fmla="*/ 202187 w 1153552"/>
                  <a:gd name="connsiteY0" fmla="*/ 951368 h 1153552"/>
                  <a:gd name="connsiteX1" fmla="*/ 344785 w 1153552"/>
                  <a:gd name="connsiteY1" fmla="*/ 951368 h 1153552"/>
                  <a:gd name="connsiteX2" fmla="*/ 344785 w 1153552"/>
                  <a:gd name="connsiteY2" fmla="*/ 808770 h 1153552"/>
                  <a:gd name="connsiteX3" fmla="*/ 202187 w 1153552"/>
                  <a:gd name="connsiteY3" fmla="*/ 808770 h 1153552"/>
                  <a:gd name="connsiteX4" fmla="*/ 202187 w 1153552"/>
                  <a:gd name="connsiteY4" fmla="*/ 951368 h 1153552"/>
                  <a:gd name="connsiteX5" fmla="*/ 133911 w 1153552"/>
                  <a:gd name="connsiteY5" fmla="*/ 1019641 h 1153552"/>
                  <a:gd name="connsiteX6" fmla="*/ 0 w 1153552"/>
                  <a:gd name="connsiteY6" fmla="*/ 696352 h 1153552"/>
                  <a:gd name="connsiteX7" fmla="*/ 457200 w 1153552"/>
                  <a:gd name="connsiteY7" fmla="*/ 239152 h 1153552"/>
                  <a:gd name="connsiteX8" fmla="*/ 1153552 w 1153552"/>
                  <a:gd name="connsiteY8" fmla="*/ 0 h 1153552"/>
                  <a:gd name="connsiteX9" fmla="*/ 914400 w 1153552"/>
                  <a:gd name="connsiteY9" fmla="*/ 696352 h 1153552"/>
                  <a:gd name="connsiteX10" fmla="*/ 457200 w 1153552"/>
                  <a:gd name="connsiteY10" fmla="*/ 1153552 h 1153552"/>
                  <a:gd name="connsiteX11" fmla="*/ 133911 w 1153552"/>
                  <a:gd name="connsiteY11" fmla="*/ 1019641 h 1153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53552" h="1153552">
                    <a:moveTo>
                      <a:pt x="202187" y="951368"/>
                    </a:moveTo>
                    <a:cubicBezTo>
                      <a:pt x="241564" y="990745"/>
                      <a:pt x="305408" y="990745"/>
                      <a:pt x="344785" y="951368"/>
                    </a:cubicBezTo>
                    <a:cubicBezTo>
                      <a:pt x="384162" y="911991"/>
                      <a:pt x="384162" y="848147"/>
                      <a:pt x="344785" y="808770"/>
                    </a:cubicBezTo>
                    <a:cubicBezTo>
                      <a:pt x="305408" y="769393"/>
                      <a:pt x="241564" y="769393"/>
                      <a:pt x="202187" y="808770"/>
                    </a:cubicBezTo>
                    <a:cubicBezTo>
                      <a:pt x="162810" y="848147"/>
                      <a:pt x="162810" y="911991"/>
                      <a:pt x="202187" y="951368"/>
                    </a:cubicBezTo>
                    <a:close/>
                    <a:moveTo>
                      <a:pt x="133911" y="1019641"/>
                    </a:moveTo>
                    <a:cubicBezTo>
                      <a:pt x="51174" y="936905"/>
                      <a:pt x="0" y="822605"/>
                      <a:pt x="0" y="696352"/>
                    </a:cubicBezTo>
                    <a:cubicBezTo>
                      <a:pt x="0" y="443847"/>
                      <a:pt x="204695" y="239152"/>
                      <a:pt x="457200" y="239152"/>
                    </a:cubicBezTo>
                    <a:cubicBezTo>
                      <a:pt x="689317" y="239152"/>
                      <a:pt x="921435" y="159435"/>
                      <a:pt x="1153552" y="0"/>
                    </a:cubicBezTo>
                    <a:cubicBezTo>
                      <a:pt x="994117" y="232117"/>
                      <a:pt x="914400" y="464235"/>
                      <a:pt x="914400" y="696352"/>
                    </a:cubicBezTo>
                    <a:cubicBezTo>
                      <a:pt x="914400" y="948857"/>
                      <a:pt x="709705" y="1153552"/>
                      <a:pt x="457200" y="1153552"/>
                    </a:cubicBezTo>
                    <a:cubicBezTo>
                      <a:pt x="330947" y="1153552"/>
                      <a:pt x="216647" y="1102378"/>
                      <a:pt x="133911" y="1019641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D06EC06-3F5A-AD80-0A7B-05247261B01A}"/>
                  </a:ext>
                </a:extLst>
              </p:cNvPr>
              <p:cNvSpPr/>
              <p:nvPr/>
            </p:nvSpPr>
            <p:spPr>
              <a:xfrm>
                <a:off x="1967718" y="3513407"/>
                <a:ext cx="270803" cy="270803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7EB8909-806C-7F51-DF69-B76556F0A812}"/>
                  </a:ext>
                </a:extLst>
              </p:cNvPr>
              <p:cNvSpPr/>
              <p:nvPr/>
            </p:nvSpPr>
            <p:spPr>
              <a:xfrm>
                <a:off x="998805" y="4336900"/>
                <a:ext cx="2208627" cy="375778"/>
              </a:xfrm>
              <a:custGeom>
                <a:avLst/>
                <a:gdLst>
                  <a:gd name="connsiteX0" fmla="*/ 0 w 2208627"/>
                  <a:gd name="connsiteY0" fmla="*/ 0 h 375778"/>
                  <a:gd name="connsiteX1" fmla="*/ 2208627 w 2208627"/>
                  <a:gd name="connsiteY1" fmla="*/ 0 h 375778"/>
                  <a:gd name="connsiteX2" fmla="*/ 2208627 w 2208627"/>
                  <a:gd name="connsiteY2" fmla="*/ 375778 h 375778"/>
                  <a:gd name="connsiteX3" fmla="*/ 0 w 2208627"/>
                  <a:gd name="connsiteY3" fmla="*/ 375778 h 375778"/>
                  <a:gd name="connsiteX4" fmla="*/ 0 w 2208627"/>
                  <a:gd name="connsiteY4" fmla="*/ 0 h 375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375778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375778"/>
                    </a:lnTo>
                    <a:lnTo>
                      <a:pt x="0" y="3757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5521D96-E0B3-46A5-036B-4DFE0A4E1834}"/>
                  </a:ext>
                </a:extLst>
              </p:cNvPr>
              <p:cNvSpPr/>
              <p:nvPr/>
            </p:nvSpPr>
            <p:spPr>
              <a:xfrm>
                <a:off x="998805" y="4712678"/>
                <a:ext cx="2208627" cy="1424886"/>
              </a:xfrm>
              <a:custGeom>
                <a:avLst/>
                <a:gdLst>
                  <a:gd name="connsiteX0" fmla="*/ 0 w 2208627"/>
                  <a:gd name="connsiteY0" fmla="*/ 0 h 1424886"/>
                  <a:gd name="connsiteX1" fmla="*/ 2208627 w 2208627"/>
                  <a:gd name="connsiteY1" fmla="*/ 0 h 1424886"/>
                  <a:gd name="connsiteX2" fmla="*/ 2208627 w 2208627"/>
                  <a:gd name="connsiteY2" fmla="*/ 1424886 h 1424886"/>
                  <a:gd name="connsiteX3" fmla="*/ 0 w 2208627"/>
                  <a:gd name="connsiteY3" fmla="*/ 1424886 h 1424886"/>
                  <a:gd name="connsiteX4" fmla="*/ 0 w 2208627"/>
                  <a:gd name="connsiteY4" fmla="*/ 0 h 1424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8627" h="1424886">
                    <a:moveTo>
                      <a:pt x="0" y="0"/>
                    </a:moveTo>
                    <a:lnTo>
                      <a:pt x="2208627" y="0"/>
                    </a:lnTo>
                    <a:lnTo>
                      <a:pt x="2208627" y="1424886"/>
                    </a:lnTo>
                    <a:lnTo>
                      <a:pt x="0" y="14248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DB34FB62-77DB-F2B3-BCE4-8CCB53D29F06}"/>
                  </a:ext>
                </a:extLst>
              </p:cNvPr>
              <p:cNvCxnSpPr>
                <a:endCxn id="148" idx="0"/>
              </p:cNvCxnSpPr>
              <p:nvPr/>
            </p:nvCxnSpPr>
            <p:spPr>
              <a:xfrm>
                <a:off x="2103120" y="3298928"/>
                <a:ext cx="0" cy="214479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73579621-593A-FAAF-15D4-5ACC57D2983F}"/>
                  </a:ext>
                </a:extLst>
              </p:cNvPr>
              <p:cNvCxnSpPr>
                <a:cxnSpLocks/>
                <a:stCxn id="148" idx="4"/>
              </p:cNvCxnSpPr>
              <p:nvPr/>
            </p:nvCxnSpPr>
            <p:spPr>
              <a:xfrm flipH="1">
                <a:off x="2103118" y="3784210"/>
                <a:ext cx="2" cy="55269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684B7850-9200-47C1-0FA6-CECDF47E819C}"/>
                  </a:ext>
                </a:extLst>
              </p:cNvPr>
              <p:cNvSpPr/>
              <p:nvPr/>
            </p:nvSpPr>
            <p:spPr>
              <a:xfrm>
                <a:off x="2119086" y="420914"/>
                <a:ext cx="174171" cy="1625600"/>
              </a:xfrm>
              <a:custGeom>
                <a:avLst/>
                <a:gdLst>
                  <a:gd name="connsiteX0" fmla="*/ 0 w 174171"/>
                  <a:gd name="connsiteY0" fmla="*/ 1625600 h 1625600"/>
                  <a:gd name="connsiteX1" fmla="*/ 14514 w 174171"/>
                  <a:gd name="connsiteY1" fmla="*/ 1045029 h 1625600"/>
                  <a:gd name="connsiteX2" fmla="*/ 29028 w 174171"/>
                  <a:gd name="connsiteY2" fmla="*/ 1001486 h 1625600"/>
                  <a:gd name="connsiteX3" fmla="*/ 58057 w 174171"/>
                  <a:gd name="connsiteY3" fmla="*/ 885372 h 1625600"/>
                  <a:gd name="connsiteX4" fmla="*/ 87085 w 174171"/>
                  <a:gd name="connsiteY4" fmla="*/ 624115 h 1625600"/>
                  <a:gd name="connsiteX5" fmla="*/ 116114 w 174171"/>
                  <a:gd name="connsiteY5" fmla="*/ 566057 h 1625600"/>
                  <a:gd name="connsiteX6" fmla="*/ 130628 w 174171"/>
                  <a:gd name="connsiteY6" fmla="*/ 449943 h 1625600"/>
                  <a:gd name="connsiteX7" fmla="*/ 145143 w 174171"/>
                  <a:gd name="connsiteY7" fmla="*/ 290286 h 1625600"/>
                  <a:gd name="connsiteX8" fmla="*/ 159657 w 174171"/>
                  <a:gd name="connsiteY8" fmla="*/ 217715 h 1625600"/>
                  <a:gd name="connsiteX9" fmla="*/ 174171 w 174171"/>
                  <a:gd name="connsiteY9" fmla="*/ 130629 h 1625600"/>
                  <a:gd name="connsiteX10" fmla="*/ 145143 w 174171"/>
                  <a:gd name="connsiteY10" fmla="*/ 43543 h 1625600"/>
                  <a:gd name="connsiteX11" fmla="*/ 87085 w 174171"/>
                  <a:gd name="connsiteY11" fmla="*/ 0 h 1625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74171" h="1625600">
                    <a:moveTo>
                      <a:pt x="0" y="1625600"/>
                    </a:moveTo>
                    <a:cubicBezTo>
                      <a:pt x="4838" y="1432076"/>
                      <a:pt x="5520" y="1238404"/>
                      <a:pt x="14514" y="1045029"/>
                    </a:cubicBezTo>
                    <a:cubicBezTo>
                      <a:pt x="15225" y="1029746"/>
                      <a:pt x="25317" y="1016329"/>
                      <a:pt x="29028" y="1001486"/>
                    </a:cubicBezTo>
                    <a:lnTo>
                      <a:pt x="58057" y="885372"/>
                    </a:lnTo>
                    <a:cubicBezTo>
                      <a:pt x="59997" y="864032"/>
                      <a:pt x="75046" y="668257"/>
                      <a:pt x="87085" y="624115"/>
                    </a:cubicBezTo>
                    <a:cubicBezTo>
                      <a:pt x="92778" y="603240"/>
                      <a:pt x="106438" y="585410"/>
                      <a:pt x="116114" y="566057"/>
                    </a:cubicBezTo>
                    <a:cubicBezTo>
                      <a:pt x="120952" y="527352"/>
                      <a:pt x="126545" y="488735"/>
                      <a:pt x="130628" y="449943"/>
                    </a:cubicBezTo>
                    <a:cubicBezTo>
                      <a:pt x="136222" y="396798"/>
                      <a:pt x="138515" y="343312"/>
                      <a:pt x="145143" y="290286"/>
                    </a:cubicBezTo>
                    <a:cubicBezTo>
                      <a:pt x="148203" y="265807"/>
                      <a:pt x="155244" y="241986"/>
                      <a:pt x="159657" y="217715"/>
                    </a:cubicBezTo>
                    <a:cubicBezTo>
                      <a:pt x="164921" y="188761"/>
                      <a:pt x="169333" y="159658"/>
                      <a:pt x="174171" y="130629"/>
                    </a:cubicBezTo>
                    <a:cubicBezTo>
                      <a:pt x="164495" y="101600"/>
                      <a:pt x="162116" y="69003"/>
                      <a:pt x="145143" y="43543"/>
                    </a:cubicBezTo>
                    <a:cubicBezTo>
                      <a:pt x="131724" y="23415"/>
                      <a:pt x="87085" y="0"/>
                      <a:pt x="87085" y="0"/>
                    </a:cubicBezTo>
                  </a:path>
                </a:pathLst>
              </a:cu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EBEA3E2E-60AD-5358-31A2-B9A419949E68}"/>
                  </a:ext>
                </a:extLst>
              </p:cNvPr>
              <p:cNvSpPr/>
              <p:nvPr/>
            </p:nvSpPr>
            <p:spPr>
              <a:xfrm>
                <a:off x="1866600" y="1702340"/>
                <a:ext cx="429128" cy="199417"/>
              </a:xfrm>
              <a:custGeom>
                <a:avLst/>
                <a:gdLst>
                  <a:gd name="connsiteX0" fmla="*/ 268621 w 429128"/>
                  <a:gd name="connsiteY0" fmla="*/ 160507 h 199417"/>
                  <a:gd name="connsiteX1" fmla="*/ 49749 w 429128"/>
                  <a:gd name="connsiteY1" fmla="*/ 150779 h 199417"/>
                  <a:gd name="connsiteX2" fmla="*/ 10838 w 429128"/>
                  <a:gd name="connsiteY2" fmla="*/ 111869 h 199417"/>
                  <a:gd name="connsiteX3" fmla="*/ 1111 w 429128"/>
                  <a:gd name="connsiteY3" fmla="*/ 87549 h 199417"/>
                  <a:gd name="connsiteX4" fmla="*/ 98387 w 429128"/>
                  <a:gd name="connsiteY4" fmla="*/ 53503 h 199417"/>
                  <a:gd name="connsiteX5" fmla="*/ 166481 w 429128"/>
                  <a:gd name="connsiteY5" fmla="*/ 63230 h 199417"/>
                  <a:gd name="connsiteX6" fmla="*/ 181072 w 429128"/>
                  <a:gd name="connsiteY6" fmla="*/ 77822 h 199417"/>
                  <a:gd name="connsiteX7" fmla="*/ 195664 w 429128"/>
                  <a:gd name="connsiteY7" fmla="*/ 82686 h 199417"/>
                  <a:gd name="connsiteX8" fmla="*/ 219983 w 429128"/>
                  <a:gd name="connsiteY8" fmla="*/ 97277 h 199417"/>
                  <a:gd name="connsiteX9" fmla="*/ 224847 w 429128"/>
                  <a:gd name="connsiteY9" fmla="*/ 111869 h 199417"/>
                  <a:gd name="connsiteX10" fmla="*/ 258894 w 429128"/>
                  <a:gd name="connsiteY10" fmla="*/ 136188 h 199417"/>
                  <a:gd name="connsiteX11" fmla="*/ 283213 w 429128"/>
                  <a:gd name="connsiteY11" fmla="*/ 145915 h 199417"/>
                  <a:gd name="connsiteX12" fmla="*/ 395081 w 429128"/>
                  <a:gd name="connsiteY12" fmla="*/ 136188 h 199417"/>
                  <a:gd name="connsiteX13" fmla="*/ 414536 w 429128"/>
                  <a:gd name="connsiteY13" fmla="*/ 126460 h 199417"/>
                  <a:gd name="connsiteX14" fmla="*/ 429128 w 429128"/>
                  <a:gd name="connsiteY14" fmla="*/ 102141 h 199417"/>
                  <a:gd name="connsiteX15" fmla="*/ 424264 w 429128"/>
                  <a:gd name="connsiteY15" fmla="*/ 77822 h 199417"/>
                  <a:gd name="connsiteX16" fmla="*/ 419400 w 429128"/>
                  <a:gd name="connsiteY16" fmla="*/ 48639 h 199417"/>
                  <a:gd name="connsiteX17" fmla="*/ 414536 w 429128"/>
                  <a:gd name="connsiteY17" fmla="*/ 34047 h 199417"/>
                  <a:gd name="connsiteX18" fmla="*/ 399945 w 429128"/>
                  <a:gd name="connsiteY18" fmla="*/ 19456 h 199417"/>
                  <a:gd name="connsiteX19" fmla="*/ 361034 w 429128"/>
                  <a:gd name="connsiteY19" fmla="*/ 0 h 199417"/>
                  <a:gd name="connsiteX20" fmla="*/ 322123 w 429128"/>
                  <a:gd name="connsiteY20" fmla="*/ 9728 h 199417"/>
                  <a:gd name="connsiteX21" fmla="*/ 292940 w 429128"/>
                  <a:gd name="connsiteY21" fmla="*/ 29183 h 199417"/>
                  <a:gd name="connsiteX22" fmla="*/ 273485 w 429128"/>
                  <a:gd name="connsiteY22" fmla="*/ 63230 h 199417"/>
                  <a:gd name="connsiteX23" fmla="*/ 268621 w 429128"/>
                  <a:gd name="connsiteY23" fmla="*/ 87549 h 199417"/>
                  <a:gd name="connsiteX24" fmla="*/ 258894 w 429128"/>
                  <a:gd name="connsiteY24" fmla="*/ 102141 h 199417"/>
                  <a:gd name="connsiteX25" fmla="*/ 254030 w 429128"/>
                  <a:gd name="connsiteY25" fmla="*/ 116732 h 199417"/>
                  <a:gd name="connsiteX26" fmla="*/ 234574 w 429128"/>
                  <a:gd name="connsiteY26" fmla="*/ 160507 h 199417"/>
                  <a:gd name="connsiteX27" fmla="*/ 229711 w 429128"/>
                  <a:gd name="connsiteY27" fmla="*/ 184826 h 199417"/>
                  <a:gd name="connsiteX28" fmla="*/ 215119 w 429128"/>
                  <a:gd name="connsiteY28" fmla="*/ 199417 h 199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29128" h="199417">
                    <a:moveTo>
                      <a:pt x="268621" y="160507"/>
                    </a:moveTo>
                    <a:cubicBezTo>
                      <a:pt x="90970" y="171609"/>
                      <a:pt x="162662" y="185521"/>
                      <a:pt x="49749" y="150779"/>
                    </a:cubicBezTo>
                    <a:cubicBezTo>
                      <a:pt x="36779" y="137809"/>
                      <a:pt x="22022" y="126408"/>
                      <a:pt x="10838" y="111869"/>
                    </a:cubicBezTo>
                    <a:cubicBezTo>
                      <a:pt x="5515" y="104949"/>
                      <a:pt x="-3070" y="95214"/>
                      <a:pt x="1111" y="87549"/>
                    </a:cubicBezTo>
                    <a:cubicBezTo>
                      <a:pt x="21884" y="49465"/>
                      <a:pt x="64511" y="56325"/>
                      <a:pt x="98387" y="53503"/>
                    </a:cubicBezTo>
                    <a:cubicBezTo>
                      <a:pt x="121085" y="56745"/>
                      <a:pt x="144484" y="56760"/>
                      <a:pt x="166481" y="63230"/>
                    </a:cubicBezTo>
                    <a:cubicBezTo>
                      <a:pt x="173080" y="65171"/>
                      <a:pt x="175349" y="74006"/>
                      <a:pt x="181072" y="77822"/>
                    </a:cubicBezTo>
                    <a:cubicBezTo>
                      <a:pt x="185338" y="80666"/>
                      <a:pt x="191078" y="80393"/>
                      <a:pt x="195664" y="82686"/>
                    </a:cubicBezTo>
                    <a:cubicBezTo>
                      <a:pt x="204119" y="86914"/>
                      <a:pt x="211877" y="92413"/>
                      <a:pt x="219983" y="97277"/>
                    </a:cubicBezTo>
                    <a:cubicBezTo>
                      <a:pt x="221604" y="102141"/>
                      <a:pt x="222003" y="107603"/>
                      <a:pt x="224847" y="111869"/>
                    </a:cubicBezTo>
                    <a:cubicBezTo>
                      <a:pt x="233946" y="125518"/>
                      <a:pt x="244480" y="129782"/>
                      <a:pt x="258894" y="136188"/>
                    </a:cubicBezTo>
                    <a:cubicBezTo>
                      <a:pt x="266872" y="139734"/>
                      <a:pt x="275107" y="142673"/>
                      <a:pt x="283213" y="145915"/>
                    </a:cubicBezTo>
                    <a:cubicBezTo>
                      <a:pt x="320502" y="142673"/>
                      <a:pt x="358055" y="141673"/>
                      <a:pt x="395081" y="136188"/>
                    </a:cubicBezTo>
                    <a:cubicBezTo>
                      <a:pt x="402253" y="135125"/>
                      <a:pt x="409409" y="131587"/>
                      <a:pt x="414536" y="126460"/>
                    </a:cubicBezTo>
                    <a:cubicBezTo>
                      <a:pt x="421221" y="119775"/>
                      <a:pt x="424264" y="110247"/>
                      <a:pt x="429128" y="102141"/>
                    </a:cubicBezTo>
                    <a:cubicBezTo>
                      <a:pt x="427507" y="94035"/>
                      <a:pt x="425743" y="85956"/>
                      <a:pt x="424264" y="77822"/>
                    </a:cubicBezTo>
                    <a:cubicBezTo>
                      <a:pt x="422500" y="68119"/>
                      <a:pt x="421539" y="58266"/>
                      <a:pt x="419400" y="48639"/>
                    </a:cubicBezTo>
                    <a:cubicBezTo>
                      <a:pt x="418288" y="43634"/>
                      <a:pt x="417380" y="38313"/>
                      <a:pt x="414536" y="34047"/>
                    </a:cubicBezTo>
                    <a:cubicBezTo>
                      <a:pt x="410721" y="28324"/>
                      <a:pt x="405748" y="23149"/>
                      <a:pt x="399945" y="19456"/>
                    </a:cubicBezTo>
                    <a:cubicBezTo>
                      <a:pt x="387711" y="11671"/>
                      <a:pt x="361034" y="0"/>
                      <a:pt x="361034" y="0"/>
                    </a:cubicBezTo>
                    <a:cubicBezTo>
                      <a:pt x="348064" y="3243"/>
                      <a:pt x="334412" y="4462"/>
                      <a:pt x="322123" y="9728"/>
                    </a:cubicBezTo>
                    <a:cubicBezTo>
                      <a:pt x="311377" y="14333"/>
                      <a:pt x="301738" y="21484"/>
                      <a:pt x="292940" y="29183"/>
                    </a:cubicBezTo>
                    <a:cubicBezTo>
                      <a:pt x="286832" y="34528"/>
                      <a:pt x="276350" y="57499"/>
                      <a:pt x="273485" y="63230"/>
                    </a:cubicBezTo>
                    <a:cubicBezTo>
                      <a:pt x="271864" y="71336"/>
                      <a:pt x="271524" y="79808"/>
                      <a:pt x="268621" y="87549"/>
                    </a:cubicBezTo>
                    <a:cubicBezTo>
                      <a:pt x="266569" y="93022"/>
                      <a:pt x="261508" y="96912"/>
                      <a:pt x="258894" y="102141"/>
                    </a:cubicBezTo>
                    <a:cubicBezTo>
                      <a:pt x="256601" y="106727"/>
                      <a:pt x="256112" y="112047"/>
                      <a:pt x="254030" y="116732"/>
                    </a:cubicBezTo>
                    <a:cubicBezTo>
                      <a:pt x="244799" y="137500"/>
                      <a:pt x="239269" y="141726"/>
                      <a:pt x="234574" y="160507"/>
                    </a:cubicBezTo>
                    <a:cubicBezTo>
                      <a:pt x="232569" y="168527"/>
                      <a:pt x="233408" y="177432"/>
                      <a:pt x="229711" y="184826"/>
                    </a:cubicBezTo>
                    <a:cubicBezTo>
                      <a:pt x="226635" y="190978"/>
                      <a:pt x="215119" y="199417"/>
                      <a:pt x="215119" y="199417"/>
                    </a:cubicBez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A047F9A-BBC5-60A5-CDD8-E35446ED8EB4}"/>
                </a:ext>
              </a:extLst>
            </p:cNvPr>
            <p:cNvSpPr txBox="1"/>
            <p:nvPr/>
          </p:nvSpPr>
          <p:spPr>
            <a:xfrm>
              <a:off x="10674482" y="2251772"/>
              <a:ext cx="6857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05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DC3F348-682C-27F8-3CCD-2FA98F6406CD}"/>
                </a:ext>
              </a:extLst>
            </p:cNvPr>
            <p:cNvSpPr txBox="1"/>
            <p:nvPr/>
          </p:nvSpPr>
          <p:spPr>
            <a:xfrm>
              <a:off x="10201655" y="4957428"/>
              <a:ext cx="163137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Lorem ipsum dolor sit amet, consectetuer adipiscing elit. Maecenas porttitor congue massa. 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5A3797CB-4DCF-16E8-14E3-E121D339D2F7}"/>
                </a:ext>
              </a:extLst>
            </p:cNvPr>
            <p:cNvSpPr txBox="1"/>
            <p:nvPr/>
          </p:nvSpPr>
          <p:spPr>
            <a:xfrm>
              <a:off x="10376837" y="4392741"/>
              <a:ext cx="1324913" cy="375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130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6181D18B-9B44-7D88-5EAF-072D6DA0EA46}"/>
              </a:ext>
            </a:extLst>
          </p:cNvPr>
          <p:cNvSpPr/>
          <p:nvPr/>
        </p:nvSpPr>
        <p:spPr>
          <a:xfrm>
            <a:off x="0" y="692211"/>
            <a:ext cx="12192000" cy="270738"/>
          </a:xfrm>
          <a:prstGeom prst="roundRect">
            <a:avLst/>
          </a:prstGeom>
          <a:gradFill flip="none" rotWithShape="1">
            <a:gsLst>
              <a:gs pos="66944">
                <a:schemeClr val="bg1">
                  <a:lumMod val="50000"/>
                </a:schemeClr>
              </a:gs>
              <a:gs pos="36000">
                <a:srgbClr val="D8DDE3"/>
              </a:gs>
              <a:gs pos="94495">
                <a:schemeClr val="bg1">
                  <a:lumMod val="85000"/>
                </a:schemeClr>
              </a:gs>
              <a:gs pos="0">
                <a:schemeClr val="bg1"/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8A0B12F-8D51-0822-A28D-E4F8FDEF78C4}"/>
              </a:ext>
            </a:extLst>
          </p:cNvPr>
          <p:cNvGrpSpPr/>
          <p:nvPr/>
        </p:nvGrpSpPr>
        <p:grpSpPr>
          <a:xfrm>
            <a:off x="905510" y="692210"/>
            <a:ext cx="1526829" cy="4883344"/>
            <a:chOff x="905510" y="95058"/>
            <a:chExt cx="1526829" cy="4883344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C656B6-6F30-DC25-68EF-33A021BFA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4404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F5F68E7-D829-0892-35C7-C3B07D088FDF}"/>
                </a:ext>
              </a:extLst>
            </p:cNvPr>
            <p:cNvSpPr/>
            <p:nvPr/>
          </p:nvSpPr>
          <p:spPr>
            <a:xfrm rot="8100000">
              <a:off x="1168032" y="1102827"/>
              <a:ext cx="1001786" cy="1001786"/>
            </a:xfrm>
            <a:custGeom>
              <a:avLst/>
              <a:gdLst>
                <a:gd name="connsiteX0" fmla="*/ 145862 w 1001786"/>
                <a:gd name="connsiteY0" fmla="*/ 868259 h 1001786"/>
                <a:gd name="connsiteX1" fmla="*/ 215960 w 1001786"/>
                <a:gd name="connsiteY1" fmla="*/ 868259 h 1001786"/>
                <a:gd name="connsiteX2" fmla="*/ 215960 w 1001786"/>
                <a:gd name="connsiteY2" fmla="*/ 798161 h 1001786"/>
                <a:gd name="connsiteX3" fmla="*/ 145862 w 1001786"/>
                <a:gd name="connsiteY3" fmla="*/ 798161 h 1001786"/>
                <a:gd name="connsiteX4" fmla="*/ 145862 w 1001786"/>
                <a:gd name="connsiteY4" fmla="*/ 868259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45862" y="868259"/>
                  </a:moveTo>
                  <a:cubicBezTo>
                    <a:pt x="165219" y="887616"/>
                    <a:pt x="196603" y="887616"/>
                    <a:pt x="215960" y="868259"/>
                  </a:cubicBezTo>
                  <a:cubicBezTo>
                    <a:pt x="235317" y="848902"/>
                    <a:pt x="235317" y="817518"/>
                    <a:pt x="215960" y="798161"/>
                  </a:cubicBezTo>
                  <a:cubicBezTo>
                    <a:pt x="196603" y="778804"/>
                    <a:pt x="165219" y="778804"/>
                    <a:pt x="145862" y="798161"/>
                  </a:cubicBezTo>
                  <a:cubicBezTo>
                    <a:pt x="126504" y="817518"/>
                    <a:pt x="126504" y="848902"/>
                    <a:pt x="145862" y="868259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DDBA0C-A623-84F4-E648-590112F2A0C6}"/>
                </a:ext>
              </a:extLst>
            </p:cNvPr>
            <p:cNvGrpSpPr/>
            <p:nvPr/>
          </p:nvGrpSpPr>
          <p:grpSpPr>
            <a:xfrm>
              <a:off x="905510" y="3022602"/>
              <a:ext cx="1526829" cy="1955800"/>
              <a:chOff x="1116185" y="2848429"/>
              <a:chExt cx="1526829" cy="1955800"/>
            </a:xfrm>
          </p:grpSpPr>
          <p:sp>
            <p:nvSpPr>
              <p:cNvPr id="6" name="Right Brace 5">
                <a:extLst>
                  <a:ext uri="{FF2B5EF4-FFF2-40B4-BE49-F238E27FC236}">
                    <a16:creationId xmlns:a16="http://schemas.microsoft.com/office/drawing/2014/main" id="{E01AA450-AF9E-0A27-B089-AEB09F8044A6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FFFF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: Top Corners Rounded 6">
                <a:extLst>
                  <a:ext uri="{FF2B5EF4-FFF2-40B4-BE49-F238E27FC236}">
                    <a16:creationId xmlns:a16="http://schemas.microsoft.com/office/drawing/2014/main" id="{B3F918BB-3B91-1320-6956-1783F36C2961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F52511-B701-E4AB-0D07-56110F017D59}"/>
                </a:ext>
              </a:extLst>
            </p:cNvPr>
            <p:cNvSpPr/>
            <p:nvPr/>
          </p:nvSpPr>
          <p:spPr>
            <a:xfrm>
              <a:off x="1563059" y="2567270"/>
              <a:ext cx="211730" cy="21173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601111B-E4A5-C3A7-6E8F-517DB413191D}"/>
                </a:ext>
              </a:extLst>
            </p:cNvPr>
            <p:cNvSpPr txBox="1"/>
            <p:nvPr/>
          </p:nvSpPr>
          <p:spPr>
            <a:xfrm>
              <a:off x="1272696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550C75A-7FC3-8030-9EC4-C15BB811D0D5}"/>
                </a:ext>
              </a:extLst>
            </p:cNvPr>
            <p:cNvSpPr txBox="1"/>
            <p:nvPr/>
          </p:nvSpPr>
          <p:spPr>
            <a:xfrm>
              <a:off x="1063350" y="3621512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18959F-D273-68AB-2B2C-C4CF29F4083D}"/>
                </a:ext>
              </a:extLst>
            </p:cNvPr>
            <p:cNvSpPr txBox="1"/>
            <p:nvPr/>
          </p:nvSpPr>
          <p:spPr>
            <a:xfrm>
              <a:off x="963859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0E0180F-08CA-6716-22A4-9C843A20DA23}"/>
                </a:ext>
              </a:extLst>
            </p:cNvPr>
            <p:cNvGrpSpPr/>
            <p:nvPr/>
          </p:nvGrpSpPr>
          <p:grpSpPr>
            <a:xfrm>
              <a:off x="1574067" y="95058"/>
              <a:ext cx="160027" cy="1083865"/>
              <a:chOff x="1574067" y="95058"/>
              <a:chExt cx="160027" cy="1083865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0B8920B-9328-0FBA-8A3E-C750D5816651}"/>
                  </a:ext>
                </a:extLst>
              </p:cNvPr>
              <p:cNvSpPr/>
              <p:nvPr/>
            </p:nvSpPr>
            <p:spPr>
              <a:xfrm>
                <a:off x="1650672" y="95058"/>
                <a:ext cx="45719" cy="1021816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F61E1B9-CB0F-D44D-884D-D86F9E221FE6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EBB4118-DFF5-6117-676B-10B32E45A66E}"/>
              </a:ext>
            </a:extLst>
          </p:cNvPr>
          <p:cNvGrpSpPr/>
          <p:nvPr/>
        </p:nvGrpSpPr>
        <p:grpSpPr>
          <a:xfrm>
            <a:off x="3176996" y="692208"/>
            <a:ext cx="1526829" cy="4883346"/>
            <a:chOff x="3176996" y="95056"/>
            <a:chExt cx="1526829" cy="4883346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E1547B-2C90-E3FC-EDB0-8B7277D23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5890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F86E6B-6709-8AA3-A01F-763D49212820}"/>
                </a:ext>
              </a:extLst>
            </p:cNvPr>
            <p:cNvSpPr/>
            <p:nvPr/>
          </p:nvSpPr>
          <p:spPr>
            <a:xfrm rot="8100000">
              <a:off x="3439518" y="1102827"/>
              <a:ext cx="1001786" cy="1001786"/>
            </a:xfrm>
            <a:custGeom>
              <a:avLst/>
              <a:gdLst>
                <a:gd name="connsiteX0" fmla="*/ 163944 w 1001786"/>
                <a:gd name="connsiteY0" fmla="*/ 886341 h 1001786"/>
                <a:gd name="connsiteX1" fmla="*/ 234042 w 1001786"/>
                <a:gd name="connsiteY1" fmla="*/ 886341 h 1001786"/>
                <a:gd name="connsiteX2" fmla="*/ 234042 w 1001786"/>
                <a:gd name="connsiteY2" fmla="*/ 816243 h 1001786"/>
                <a:gd name="connsiteX3" fmla="*/ 163944 w 1001786"/>
                <a:gd name="connsiteY3" fmla="*/ 816243 h 1001786"/>
                <a:gd name="connsiteX4" fmla="*/ 163944 w 1001786"/>
                <a:gd name="connsiteY4" fmla="*/ 886341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63944" y="886341"/>
                  </a:moveTo>
                  <a:cubicBezTo>
                    <a:pt x="183301" y="905698"/>
                    <a:pt x="214685" y="905698"/>
                    <a:pt x="234042" y="886341"/>
                  </a:cubicBezTo>
                  <a:cubicBezTo>
                    <a:pt x="253399" y="866984"/>
                    <a:pt x="253399" y="835600"/>
                    <a:pt x="234042" y="816243"/>
                  </a:cubicBezTo>
                  <a:cubicBezTo>
                    <a:pt x="214685" y="796886"/>
                    <a:pt x="183301" y="796886"/>
                    <a:pt x="163944" y="816243"/>
                  </a:cubicBezTo>
                  <a:cubicBezTo>
                    <a:pt x="144587" y="835600"/>
                    <a:pt x="144587" y="866984"/>
                    <a:pt x="163944" y="886341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78E1D8B-06AE-2DAB-C087-0D1C1ADFAACC}"/>
                </a:ext>
              </a:extLst>
            </p:cNvPr>
            <p:cNvGrpSpPr/>
            <p:nvPr/>
          </p:nvGrpSpPr>
          <p:grpSpPr>
            <a:xfrm>
              <a:off x="3176996" y="3022602"/>
              <a:ext cx="1526829" cy="1955800"/>
              <a:chOff x="1116185" y="2848429"/>
              <a:chExt cx="1526829" cy="1955800"/>
            </a:xfrm>
          </p:grpSpPr>
          <p:sp>
            <p:nvSpPr>
              <p:cNvPr id="20" name="Right Brace 19">
                <a:extLst>
                  <a:ext uri="{FF2B5EF4-FFF2-40B4-BE49-F238E27FC236}">
                    <a16:creationId xmlns:a16="http://schemas.microsoft.com/office/drawing/2014/main" id="{A15FFF52-345A-6141-7515-1771B1E16604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Top Corners Rounded 20">
                <a:extLst>
                  <a:ext uri="{FF2B5EF4-FFF2-40B4-BE49-F238E27FC236}">
                    <a16:creationId xmlns:a16="http://schemas.microsoft.com/office/drawing/2014/main" id="{0778D16A-56A6-E41F-97B0-BAE6BB89092B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C22530A-971D-D68A-689F-80B54AF28421}"/>
                </a:ext>
              </a:extLst>
            </p:cNvPr>
            <p:cNvSpPr/>
            <p:nvPr/>
          </p:nvSpPr>
          <p:spPr>
            <a:xfrm>
              <a:off x="3834545" y="2567270"/>
              <a:ext cx="211730" cy="21173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CE42A00-275D-DD9C-0E4D-A9625C6B4D74}"/>
                </a:ext>
              </a:extLst>
            </p:cNvPr>
            <p:cNvSpPr txBox="1"/>
            <p:nvPr/>
          </p:nvSpPr>
          <p:spPr>
            <a:xfrm>
              <a:off x="3558702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105A3D2-FF03-B1FD-2013-D4719330C167}"/>
                </a:ext>
              </a:extLst>
            </p:cNvPr>
            <p:cNvSpPr txBox="1"/>
            <p:nvPr/>
          </p:nvSpPr>
          <p:spPr>
            <a:xfrm>
              <a:off x="3300544" y="360765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874FD3C-901A-054A-6483-96E64D1EEAD7}"/>
                </a:ext>
              </a:extLst>
            </p:cNvPr>
            <p:cNvSpPr txBox="1"/>
            <p:nvPr/>
          </p:nvSpPr>
          <p:spPr>
            <a:xfrm>
              <a:off x="3201053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215CE0B-D7A6-0B9E-8FD8-55726FAD29B2}"/>
                </a:ext>
              </a:extLst>
            </p:cNvPr>
            <p:cNvGrpSpPr/>
            <p:nvPr/>
          </p:nvGrpSpPr>
          <p:grpSpPr>
            <a:xfrm>
              <a:off x="3805530" y="95056"/>
              <a:ext cx="160027" cy="1083867"/>
              <a:chOff x="1574067" y="95056"/>
              <a:chExt cx="160027" cy="1083867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A2D1D4D-13BA-D35F-8620-A028B0D89230}"/>
                  </a:ext>
                </a:extLst>
              </p:cNvPr>
              <p:cNvSpPr/>
              <p:nvPr/>
            </p:nvSpPr>
            <p:spPr>
              <a:xfrm>
                <a:off x="1650672" y="95056"/>
                <a:ext cx="45719" cy="1021817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DA10E50-249B-1AF9-ECBC-C74F746A0112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A4C39AD-C24D-CFC2-3817-6CC5D0470155}"/>
              </a:ext>
            </a:extLst>
          </p:cNvPr>
          <p:cNvGrpSpPr/>
          <p:nvPr/>
        </p:nvGrpSpPr>
        <p:grpSpPr>
          <a:xfrm>
            <a:off x="5448482" y="692208"/>
            <a:ext cx="1526829" cy="4883346"/>
            <a:chOff x="5448482" y="95056"/>
            <a:chExt cx="1526829" cy="4883346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6FA4954-CA5F-D802-14A6-6AA3A1AB4D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376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BFA190B-FBCE-43D7-C146-7D470761913F}"/>
                </a:ext>
              </a:extLst>
            </p:cNvPr>
            <p:cNvSpPr/>
            <p:nvPr/>
          </p:nvSpPr>
          <p:spPr>
            <a:xfrm rot="8100000">
              <a:off x="5711004" y="1102827"/>
              <a:ext cx="1001786" cy="1001786"/>
            </a:xfrm>
            <a:custGeom>
              <a:avLst/>
              <a:gdLst>
                <a:gd name="connsiteX0" fmla="*/ 129461 w 1001786"/>
                <a:gd name="connsiteY0" fmla="*/ 851859 h 1001786"/>
                <a:gd name="connsiteX1" fmla="*/ 199559 w 1001786"/>
                <a:gd name="connsiteY1" fmla="*/ 851859 h 1001786"/>
                <a:gd name="connsiteX2" fmla="*/ 199559 w 1001786"/>
                <a:gd name="connsiteY2" fmla="*/ 781760 h 1001786"/>
                <a:gd name="connsiteX3" fmla="*/ 129461 w 1001786"/>
                <a:gd name="connsiteY3" fmla="*/ 781760 h 1001786"/>
                <a:gd name="connsiteX4" fmla="*/ 129461 w 1001786"/>
                <a:gd name="connsiteY4" fmla="*/ 851859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29461" y="851859"/>
                  </a:moveTo>
                  <a:cubicBezTo>
                    <a:pt x="148818" y="871216"/>
                    <a:pt x="180202" y="871216"/>
                    <a:pt x="199559" y="851859"/>
                  </a:cubicBezTo>
                  <a:cubicBezTo>
                    <a:pt x="218916" y="832502"/>
                    <a:pt x="218916" y="801117"/>
                    <a:pt x="199559" y="781760"/>
                  </a:cubicBezTo>
                  <a:cubicBezTo>
                    <a:pt x="180202" y="762403"/>
                    <a:pt x="148818" y="762403"/>
                    <a:pt x="129461" y="781760"/>
                  </a:cubicBezTo>
                  <a:cubicBezTo>
                    <a:pt x="110104" y="801117"/>
                    <a:pt x="110104" y="832502"/>
                    <a:pt x="129461" y="851859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CFAF145-406C-A00F-28F5-EB8535F8ED2B}"/>
                </a:ext>
              </a:extLst>
            </p:cNvPr>
            <p:cNvGrpSpPr/>
            <p:nvPr/>
          </p:nvGrpSpPr>
          <p:grpSpPr>
            <a:xfrm>
              <a:off x="5448482" y="3022602"/>
              <a:ext cx="1526829" cy="1955800"/>
              <a:chOff x="1116185" y="2848429"/>
              <a:chExt cx="1526829" cy="1955800"/>
            </a:xfrm>
          </p:grpSpPr>
          <p:sp>
            <p:nvSpPr>
              <p:cNvPr id="27" name="Right Brace 26">
                <a:extLst>
                  <a:ext uri="{FF2B5EF4-FFF2-40B4-BE49-F238E27FC236}">
                    <a16:creationId xmlns:a16="http://schemas.microsoft.com/office/drawing/2014/main" id="{42EEB316-4792-4DDF-FEF3-41D0B764D652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: Top Corners Rounded 27">
                <a:extLst>
                  <a:ext uri="{FF2B5EF4-FFF2-40B4-BE49-F238E27FC236}">
                    <a16:creationId xmlns:a16="http://schemas.microsoft.com/office/drawing/2014/main" id="{2291C3FF-D739-12D1-37F8-759585A5D20F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5E224E9-D8F3-DF6D-BA9A-DB95A5574672}"/>
                </a:ext>
              </a:extLst>
            </p:cNvPr>
            <p:cNvSpPr/>
            <p:nvPr/>
          </p:nvSpPr>
          <p:spPr>
            <a:xfrm>
              <a:off x="6106031" y="2567270"/>
              <a:ext cx="211730" cy="21173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CDAE41C-7A3C-B201-64DD-1D8964C2B3EB}"/>
                </a:ext>
              </a:extLst>
            </p:cNvPr>
            <p:cNvSpPr txBox="1"/>
            <p:nvPr/>
          </p:nvSpPr>
          <p:spPr>
            <a:xfrm>
              <a:off x="583018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03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EB633A-35A7-CC7D-E2C1-3C42CAA79057}"/>
                </a:ext>
              </a:extLst>
            </p:cNvPr>
            <p:cNvSpPr txBox="1"/>
            <p:nvPr/>
          </p:nvSpPr>
          <p:spPr>
            <a:xfrm>
              <a:off x="5591802" y="360765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BEEE2EE-D06B-BF1E-9995-FD7856D6BC2A}"/>
                </a:ext>
              </a:extLst>
            </p:cNvPr>
            <p:cNvSpPr txBox="1"/>
            <p:nvPr/>
          </p:nvSpPr>
          <p:spPr>
            <a:xfrm>
              <a:off x="5492311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BD795F4-35CF-4289-B99D-9F46F083334D}"/>
                </a:ext>
              </a:extLst>
            </p:cNvPr>
            <p:cNvGrpSpPr/>
            <p:nvPr/>
          </p:nvGrpSpPr>
          <p:grpSpPr>
            <a:xfrm>
              <a:off x="6131881" y="95056"/>
              <a:ext cx="160027" cy="1083867"/>
              <a:chOff x="1574067" y="95056"/>
              <a:chExt cx="160027" cy="1083867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92EC4615-1D13-12A6-CDE9-721FFD2B0B69}"/>
                  </a:ext>
                </a:extLst>
              </p:cNvPr>
              <p:cNvSpPr/>
              <p:nvPr/>
            </p:nvSpPr>
            <p:spPr>
              <a:xfrm flipH="1">
                <a:off x="1604954" y="95056"/>
                <a:ext cx="45719" cy="1021818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FCA51DD-E9D5-4344-17BC-47B2A146A7C2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9CE4281-11F8-E2C5-D8D9-FEAA40051E1D}"/>
              </a:ext>
            </a:extLst>
          </p:cNvPr>
          <p:cNvGrpSpPr/>
          <p:nvPr/>
        </p:nvGrpSpPr>
        <p:grpSpPr>
          <a:xfrm>
            <a:off x="7719968" y="692208"/>
            <a:ext cx="1526829" cy="4883346"/>
            <a:chOff x="7719968" y="95056"/>
            <a:chExt cx="1526829" cy="4883346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7A32AA-9D12-7DFA-D15C-AAAAE20BA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8862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004382E-2543-43B4-6145-2C0A0AAE1FC9}"/>
                </a:ext>
              </a:extLst>
            </p:cNvPr>
            <p:cNvSpPr/>
            <p:nvPr/>
          </p:nvSpPr>
          <p:spPr>
            <a:xfrm rot="8100000">
              <a:off x="7982490" y="1102827"/>
              <a:ext cx="1001786" cy="1001786"/>
            </a:xfrm>
            <a:custGeom>
              <a:avLst/>
              <a:gdLst>
                <a:gd name="connsiteX0" fmla="*/ 119193 w 1001786"/>
                <a:gd name="connsiteY0" fmla="*/ 841591 h 1001786"/>
                <a:gd name="connsiteX1" fmla="*/ 189291 w 1001786"/>
                <a:gd name="connsiteY1" fmla="*/ 841591 h 1001786"/>
                <a:gd name="connsiteX2" fmla="*/ 189291 w 1001786"/>
                <a:gd name="connsiteY2" fmla="*/ 771492 h 1001786"/>
                <a:gd name="connsiteX3" fmla="*/ 119193 w 1001786"/>
                <a:gd name="connsiteY3" fmla="*/ 771492 h 1001786"/>
                <a:gd name="connsiteX4" fmla="*/ 119193 w 1001786"/>
                <a:gd name="connsiteY4" fmla="*/ 841591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19193" y="841591"/>
                  </a:moveTo>
                  <a:cubicBezTo>
                    <a:pt x="138550" y="860948"/>
                    <a:pt x="169934" y="860948"/>
                    <a:pt x="189291" y="841591"/>
                  </a:cubicBezTo>
                  <a:cubicBezTo>
                    <a:pt x="208648" y="822234"/>
                    <a:pt x="208648" y="790849"/>
                    <a:pt x="189291" y="771492"/>
                  </a:cubicBezTo>
                  <a:cubicBezTo>
                    <a:pt x="169934" y="752135"/>
                    <a:pt x="138550" y="752135"/>
                    <a:pt x="119193" y="771492"/>
                  </a:cubicBezTo>
                  <a:cubicBezTo>
                    <a:pt x="99836" y="790849"/>
                    <a:pt x="99836" y="822234"/>
                    <a:pt x="119193" y="841591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45EEC2E-8A69-9195-865F-EDE2114E0017}"/>
                </a:ext>
              </a:extLst>
            </p:cNvPr>
            <p:cNvGrpSpPr/>
            <p:nvPr/>
          </p:nvGrpSpPr>
          <p:grpSpPr>
            <a:xfrm>
              <a:off x="7719968" y="3022602"/>
              <a:ext cx="1526829" cy="1955800"/>
              <a:chOff x="1116185" y="2848429"/>
              <a:chExt cx="1526829" cy="1955800"/>
            </a:xfrm>
          </p:grpSpPr>
          <p:sp>
            <p:nvSpPr>
              <p:cNvPr id="34" name="Right Brace 33">
                <a:extLst>
                  <a:ext uri="{FF2B5EF4-FFF2-40B4-BE49-F238E27FC236}">
                    <a16:creationId xmlns:a16="http://schemas.microsoft.com/office/drawing/2014/main" id="{B78434C6-6A2D-7303-05E1-DA5E191102B4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FD727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5" name="Rectangle: Top Corners Rounded 34">
                <a:extLst>
                  <a:ext uri="{FF2B5EF4-FFF2-40B4-BE49-F238E27FC236}">
                    <a16:creationId xmlns:a16="http://schemas.microsoft.com/office/drawing/2014/main" id="{139E2D42-756D-7F1A-44FF-292719461195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31B946A-63B1-5074-416D-2EE9ABEC43B8}"/>
                </a:ext>
              </a:extLst>
            </p:cNvPr>
            <p:cNvSpPr/>
            <p:nvPr/>
          </p:nvSpPr>
          <p:spPr>
            <a:xfrm>
              <a:off x="8377517" y="2567270"/>
              <a:ext cx="211730" cy="211730"/>
            </a:xfrm>
            <a:prstGeom prst="ellipse">
              <a:avLst/>
            </a:pr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317DA0-7EBD-1FED-FFFE-1926C1885460}"/>
                </a:ext>
              </a:extLst>
            </p:cNvPr>
            <p:cNvSpPr txBox="1"/>
            <p:nvPr/>
          </p:nvSpPr>
          <p:spPr>
            <a:xfrm>
              <a:off x="8101674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CF201B4-2078-2B37-731B-646B36D6EEE4}"/>
                </a:ext>
              </a:extLst>
            </p:cNvPr>
            <p:cNvSpPr txBox="1"/>
            <p:nvPr/>
          </p:nvSpPr>
          <p:spPr>
            <a:xfrm>
              <a:off x="7877809" y="3621512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0C7BBA6-60D5-B4A6-79C3-2B3CB77381E3}"/>
                </a:ext>
              </a:extLst>
            </p:cNvPr>
            <p:cNvSpPr txBox="1"/>
            <p:nvPr/>
          </p:nvSpPr>
          <p:spPr>
            <a:xfrm>
              <a:off x="7778318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F78C86A-6ADC-2D05-1EA5-2B797D569287}"/>
                </a:ext>
              </a:extLst>
            </p:cNvPr>
            <p:cNvGrpSpPr/>
            <p:nvPr/>
          </p:nvGrpSpPr>
          <p:grpSpPr>
            <a:xfrm>
              <a:off x="8425107" y="95056"/>
              <a:ext cx="160027" cy="1083867"/>
              <a:chOff x="1574067" y="95056"/>
              <a:chExt cx="160027" cy="1083867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83B88BD-46D8-31A1-7BB0-3B8EDE7D4081}"/>
                  </a:ext>
                </a:extLst>
              </p:cNvPr>
              <p:cNvSpPr/>
              <p:nvPr/>
            </p:nvSpPr>
            <p:spPr>
              <a:xfrm>
                <a:off x="1650672" y="95056"/>
                <a:ext cx="45719" cy="1021818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E51E1F1-FA27-09FA-A2F4-068F8CB19E96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3055899-67FE-5521-4DF0-A91EBE14BFDB}"/>
              </a:ext>
            </a:extLst>
          </p:cNvPr>
          <p:cNvGrpSpPr/>
          <p:nvPr/>
        </p:nvGrpSpPr>
        <p:grpSpPr>
          <a:xfrm>
            <a:off x="9991452" y="692208"/>
            <a:ext cx="1526829" cy="4883346"/>
            <a:chOff x="9991452" y="95056"/>
            <a:chExt cx="1526829" cy="4883346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E5ED48-8F6A-8B60-B699-8B9BF016F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0346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1F50AF-57FC-9B34-4ACA-40F5F9C9156F}"/>
                </a:ext>
              </a:extLst>
            </p:cNvPr>
            <p:cNvSpPr/>
            <p:nvPr/>
          </p:nvSpPr>
          <p:spPr>
            <a:xfrm rot="8100000">
              <a:off x="10253974" y="1102827"/>
              <a:ext cx="1001786" cy="1001786"/>
            </a:xfrm>
            <a:custGeom>
              <a:avLst/>
              <a:gdLst>
                <a:gd name="connsiteX0" fmla="*/ 144828 w 1001786"/>
                <a:gd name="connsiteY0" fmla="*/ 867226 h 1001786"/>
                <a:gd name="connsiteX1" fmla="*/ 214927 w 1001786"/>
                <a:gd name="connsiteY1" fmla="*/ 867226 h 1001786"/>
                <a:gd name="connsiteX2" fmla="*/ 214927 w 1001786"/>
                <a:gd name="connsiteY2" fmla="*/ 797128 h 1001786"/>
                <a:gd name="connsiteX3" fmla="*/ 144828 w 1001786"/>
                <a:gd name="connsiteY3" fmla="*/ 797128 h 1001786"/>
                <a:gd name="connsiteX4" fmla="*/ 144828 w 1001786"/>
                <a:gd name="connsiteY4" fmla="*/ 867226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44828" y="867226"/>
                  </a:moveTo>
                  <a:cubicBezTo>
                    <a:pt x="164185" y="886583"/>
                    <a:pt x="195570" y="886583"/>
                    <a:pt x="214927" y="867226"/>
                  </a:cubicBezTo>
                  <a:cubicBezTo>
                    <a:pt x="234284" y="847869"/>
                    <a:pt x="234284" y="816485"/>
                    <a:pt x="214927" y="797128"/>
                  </a:cubicBezTo>
                  <a:cubicBezTo>
                    <a:pt x="195570" y="777771"/>
                    <a:pt x="164185" y="777771"/>
                    <a:pt x="144828" y="797128"/>
                  </a:cubicBezTo>
                  <a:cubicBezTo>
                    <a:pt x="125471" y="816485"/>
                    <a:pt x="125471" y="847869"/>
                    <a:pt x="144828" y="867226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3D4B44F-19E0-1001-C882-195BEF3EE34F}"/>
                </a:ext>
              </a:extLst>
            </p:cNvPr>
            <p:cNvGrpSpPr/>
            <p:nvPr/>
          </p:nvGrpSpPr>
          <p:grpSpPr>
            <a:xfrm>
              <a:off x="9991452" y="3022602"/>
              <a:ext cx="1526829" cy="1955800"/>
              <a:chOff x="1116185" y="2848429"/>
              <a:chExt cx="1526829" cy="1955800"/>
            </a:xfrm>
          </p:grpSpPr>
          <p:sp>
            <p:nvSpPr>
              <p:cNvPr id="41" name="Right Brace 40">
                <a:extLst>
                  <a:ext uri="{FF2B5EF4-FFF2-40B4-BE49-F238E27FC236}">
                    <a16:creationId xmlns:a16="http://schemas.microsoft.com/office/drawing/2014/main" id="{10099F03-288E-BF0C-E0F3-B5669135DFF7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rgbClr val="66F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Top Corners Rounded 41">
                <a:extLst>
                  <a:ext uri="{FF2B5EF4-FFF2-40B4-BE49-F238E27FC236}">
                    <a16:creationId xmlns:a16="http://schemas.microsoft.com/office/drawing/2014/main" id="{40CC79BB-7800-5B51-3BCD-0C2D46384C8F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75165D6-3C54-E913-70E4-B7338B938512}"/>
                </a:ext>
              </a:extLst>
            </p:cNvPr>
            <p:cNvSpPr/>
            <p:nvPr/>
          </p:nvSpPr>
          <p:spPr>
            <a:xfrm>
              <a:off x="10649001" y="2567270"/>
              <a:ext cx="211730" cy="211730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34821E-3AA4-22EF-FCC2-CD1AB74EE718}"/>
                </a:ext>
              </a:extLst>
            </p:cNvPr>
            <p:cNvSpPr txBox="1"/>
            <p:nvPr/>
          </p:nvSpPr>
          <p:spPr>
            <a:xfrm>
              <a:off x="1037315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821D69-3C25-5920-3F8D-B796DDEAE95F}"/>
                </a:ext>
              </a:extLst>
            </p:cNvPr>
            <p:cNvSpPr txBox="1"/>
            <p:nvPr/>
          </p:nvSpPr>
          <p:spPr>
            <a:xfrm>
              <a:off x="10149293" y="3621512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6EBE0E7-80E1-EC4A-16C4-B3B4F88457B3}"/>
                </a:ext>
              </a:extLst>
            </p:cNvPr>
            <p:cNvSpPr txBox="1"/>
            <p:nvPr/>
          </p:nvSpPr>
          <p:spPr>
            <a:xfrm>
              <a:off x="10049802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C9032349-CF1A-34F4-7604-7CCF6513DB2A}"/>
                </a:ext>
              </a:extLst>
            </p:cNvPr>
            <p:cNvGrpSpPr/>
            <p:nvPr/>
          </p:nvGrpSpPr>
          <p:grpSpPr>
            <a:xfrm>
              <a:off x="10674851" y="95056"/>
              <a:ext cx="160027" cy="1083867"/>
              <a:chOff x="1574067" y="95056"/>
              <a:chExt cx="160027" cy="1083867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4E878F4-6FD2-F19C-88FE-839F7A156646}"/>
                  </a:ext>
                </a:extLst>
              </p:cNvPr>
              <p:cNvSpPr/>
              <p:nvPr/>
            </p:nvSpPr>
            <p:spPr>
              <a:xfrm>
                <a:off x="1650672" y="95056"/>
                <a:ext cx="45719" cy="1021818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DA7B315-5D3C-4770-3F3A-3FD5B46BAE30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530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7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8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3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14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9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20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25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26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31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32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051797-E820-30B8-3AF2-AF7E2246589B}"/>
              </a:ext>
            </a:extLst>
          </p:cNvPr>
          <p:cNvSpPr/>
          <p:nvPr/>
        </p:nvSpPr>
        <p:spPr>
          <a:xfrm>
            <a:off x="0" y="595086"/>
            <a:ext cx="12191994" cy="324888"/>
          </a:xfrm>
          <a:prstGeom prst="rect">
            <a:avLst/>
          </a:prstGeom>
          <a:gradFill>
            <a:gsLst>
              <a:gs pos="99083">
                <a:schemeClr val="bg1"/>
              </a:gs>
              <a:gs pos="45000">
                <a:schemeClr val="tx1">
                  <a:lumMod val="65000"/>
                  <a:lumOff val="35000"/>
                </a:schemeClr>
              </a:gs>
              <a:gs pos="14000">
                <a:schemeClr val="bg1">
                  <a:lumMod val="95000"/>
                </a:schemeClr>
              </a:gs>
              <a:gs pos="73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5A70361-8F04-1DF8-7640-E9CA0094A01A}"/>
              </a:ext>
            </a:extLst>
          </p:cNvPr>
          <p:cNvGrpSpPr/>
          <p:nvPr/>
        </p:nvGrpSpPr>
        <p:grpSpPr>
          <a:xfrm>
            <a:off x="998937" y="618978"/>
            <a:ext cx="1950010" cy="5773611"/>
            <a:chOff x="998937" y="618978"/>
            <a:chExt cx="1950010" cy="5773611"/>
          </a:xfrm>
          <a:effectLst>
            <a:reflection blurRad="6350" stA="50000" endA="300" endPos="38500" dist="50800" dir="5400000" sy="-100000" algn="bl" rotWithShape="0"/>
          </a:effectLst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C16BE1-9B6F-8467-F0E8-ED0A8E2AD54C}"/>
                </a:ext>
              </a:extLst>
            </p:cNvPr>
            <p:cNvCxnSpPr/>
            <p:nvPr/>
          </p:nvCxnSpPr>
          <p:spPr>
            <a:xfrm>
              <a:off x="1973942" y="2959498"/>
              <a:ext cx="0" cy="136044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B9A58C-7723-99F5-DC6E-1435F22071EF}"/>
                </a:ext>
              </a:extLst>
            </p:cNvPr>
            <p:cNvSpPr/>
            <p:nvPr/>
          </p:nvSpPr>
          <p:spPr>
            <a:xfrm rot="8100000">
              <a:off x="1366575" y="1795077"/>
              <a:ext cx="1214736" cy="1214736"/>
            </a:xfrm>
            <a:custGeom>
              <a:avLst/>
              <a:gdLst>
                <a:gd name="connsiteX0" fmla="*/ 178862 w 1214736"/>
                <a:gd name="connsiteY0" fmla="*/ 1035876 h 1214736"/>
                <a:gd name="connsiteX1" fmla="*/ 275366 w 1214736"/>
                <a:gd name="connsiteY1" fmla="*/ 1035876 h 1214736"/>
                <a:gd name="connsiteX2" fmla="*/ 275366 w 1214736"/>
                <a:gd name="connsiteY2" fmla="*/ 939371 h 1214736"/>
                <a:gd name="connsiteX3" fmla="*/ 178862 w 1214736"/>
                <a:gd name="connsiteY3" fmla="*/ 939371 h 1214736"/>
                <a:gd name="connsiteX4" fmla="*/ 178862 w 1214736"/>
                <a:gd name="connsiteY4" fmla="*/ 1035876 h 1214736"/>
                <a:gd name="connsiteX5" fmla="*/ 142027 w 1214736"/>
                <a:gd name="connsiteY5" fmla="*/ 1072709 h 1214736"/>
                <a:gd name="connsiteX6" fmla="*/ 0 w 1214736"/>
                <a:gd name="connsiteY6" fmla="*/ 729827 h 1214736"/>
                <a:gd name="connsiteX7" fmla="*/ 484909 w 1214736"/>
                <a:gd name="connsiteY7" fmla="*/ 244918 h 1214736"/>
                <a:gd name="connsiteX8" fmla="*/ 1214736 w 1214736"/>
                <a:gd name="connsiteY8" fmla="*/ 0 h 1214736"/>
                <a:gd name="connsiteX9" fmla="*/ 969818 w 1214736"/>
                <a:gd name="connsiteY9" fmla="*/ 729827 h 1214736"/>
                <a:gd name="connsiteX10" fmla="*/ 484909 w 1214736"/>
                <a:gd name="connsiteY10" fmla="*/ 1214736 h 1214736"/>
                <a:gd name="connsiteX11" fmla="*/ 142027 w 1214736"/>
                <a:gd name="connsiteY11" fmla="*/ 1072709 h 121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4736" h="1214736">
                  <a:moveTo>
                    <a:pt x="178862" y="1035876"/>
                  </a:moveTo>
                  <a:cubicBezTo>
                    <a:pt x="205511" y="1062524"/>
                    <a:pt x="248718" y="1062524"/>
                    <a:pt x="275366" y="1035876"/>
                  </a:cubicBezTo>
                  <a:cubicBezTo>
                    <a:pt x="302015" y="1009227"/>
                    <a:pt x="302015" y="966020"/>
                    <a:pt x="275366" y="939371"/>
                  </a:cubicBezTo>
                  <a:cubicBezTo>
                    <a:pt x="248718" y="912722"/>
                    <a:pt x="205511" y="912722"/>
                    <a:pt x="178862" y="939371"/>
                  </a:cubicBezTo>
                  <a:cubicBezTo>
                    <a:pt x="152213" y="966020"/>
                    <a:pt x="152213" y="1009227"/>
                    <a:pt x="178862" y="1035876"/>
                  </a:cubicBezTo>
                  <a:close/>
                  <a:moveTo>
                    <a:pt x="142027" y="1072709"/>
                  </a:moveTo>
                  <a:cubicBezTo>
                    <a:pt x="54275" y="984958"/>
                    <a:pt x="0" y="863731"/>
                    <a:pt x="0" y="729827"/>
                  </a:cubicBezTo>
                  <a:cubicBezTo>
                    <a:pt x="0" y="462019"/>
                    <a:pt x="217101" y="244918"/>
                    <a:pt x="484909" y="244918"/>
                  </a:cubicBezTo>
                  <a:cubicBezTo>
                    <a:pt x="728184" y="244918"/>
                    <a:pt x="971460" y="163279"/>
                    <a:pt x="1214736" y="0"/>
                  </a:cubicBezTo>
                  <a:cubicBezTo>
                    <a:pt x="1051457" y="243276"/>
                    <a:pt x="969818" y="486552"/>
                    <a:pt x="969818" y="729827"/>
                  </a:cubicBezTo>
                  <a:cubicBezTo>
                    <a:pt x="969818" y="997635"/>
                    <a:pt x="752717" y="1214736"/>
                    <a:pt x="484909" y="1214736"/>
                  </a:cubicBezTo>
                  <a:cubicBezTo>
                    <a:pt x="351005" y="1214736"/>
                    <a:pt x="229778" y="1160461"/>
                    <a:pt x="142027" y="1072709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" name="Left Brace 2">
              <a:extLst>
                <a:ext uri="{FF2B5EF4-FFF2-40B4-BE49-F238E27FC236}">
                  <a16:creationId xmlns:a16="http://schemas.microsoft.com/office/drawing/2014/main" id="{AA154B96-7526-7133-9393-32FD67396490}"/>
                </a:ext>
              </a:extLst>
            </p:cNvPr>
            <p:cNvSpPr/>
            <p:nvPr/>
          </p:nvSpPr>
          <p:spPr>
            <a:xfrm rot="5400000">
              <a:off x="1592942" y="3290912"/>
              <a:ext cx="762000" cy="1950009"/>
            </a:xfrm>
            <a:prstGeom prst="leftBrace">
              <a:avLst>
                <a:gd name="adj1" fmla="val 30151"/>
                <a:gd name="adj2" fmla="val 5000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CBC85-12E6-3EBA-164C-56D5BB31D36B}"/>
                </a:ext>
              </a:extLst>
            </p:cNvPr>
            <p:cNvSpPr/>
            <p:nvPr/>
          </p:nvSpPr>
          <p:spPr>
            <a:xfrm>
              <a:off x="998937" y="4646917"/>
              <a:ext cx="1950010" cy="1745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51BFB44-431E-A69A-5073-A5C5F1E5BBDF}"/>
                </a:ext>
              </a:extLst>
            </p:cNvPr>
            <p:cNvSpPr/>
            <p:nvPr/>
          </p:nvSpPr>
          <p:spPr>
            <a:xfrm>
              <a:off x="1870034" y="3469210"/>
              <a:ext cx="207818" cy="207818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85B333-AB25-4924-8262-8B4ABAACCB31}"/>
                </a:ext>
              </a:extLst>
            </p:cNvPr>
            <p:cNvSpPr/>
            <p:nvPr/>
          </p:nvSpPr>
          <p:spPr>
            <a:xfrm>
              <a:off x="1934308" y="618978"/>
              <a:ext cx="45719" cy="1259059"/>
            </a:xfrm>
            <a:custGeom>
              <a:avLst/>
              <a:gdLst>
                <a:gd name="connsiteX0" fmla="*/ 0 w 70338"/>
                <a:gd name="connsiteY0" fmla="*/ 0 h 1248144"/>
                <a:gd name="connsiteX1" fmla="*/ 42203 w 70338"/>
                <a:gd name="connsiteY1" fmla="*/ 91440 h 1248144"/>
                <a:gd name="connsiteX2" fmla="*/ 49237 w 70338"/>
                <a:gd name="connsiteY2" fmla="*/ 133644 h 1248144"/>
                <a:gd name="connsiteX3" fmla="*/ 56270 w 70338"/>
                <a:gd name="connsiteY3" fmla="*/ 189914 h 1248144"/>
                <a:gd name="connsiteX4" fmla="*/ 63304 w 70338"/>
                <a:gd name="connsiteY4" fmla="*/ 239151 h 1248144"/>
                <a:gd name="connsiteX5" fmla="*/ 56270 w 70338"/>
                <a:gd name="connsiteY5" fmla="*/ 506437 h 1248144"/>
                <a:gd name="connsiteX6" fmla="*/ 70338 w 70338"/>
                <a:gd name="connsiteY6" fmla="*/ 984739 h 1248144"/>
                <a:gd name="connsiteX7" fmla="*/ 63304 w 70338"/>
                <a:gd name="connsiteY7" fmla="*/ 1146517 h 1248144"/>
                <a:gd name="connsiteX8" fmla="*/ 42203 w 70338"/>
                <a:gd name="connsiteY8" fmla="*/ 1237957 h 124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338" h="1248144">
                  <a:moveTo>
                    <a:pt x="0" y="0"/>
                  </a:moveTo>
                  <a:cubicBezTo>
                    <a:pt x="31275" y="78188"/>
                    <a:pt x="14127" y="49328"/>
                    <a:pt x="42203" y="91440"/>
                  </a:cubicBezTo>
                  <a:cubicBezTo>
                    <a:pt x="44548" y="105508"/>
                    <a:pt x="47220" y="119525"/>
                    <a:pt x="49237" y="133644"/>
                  </a:cubicBezTo>
                  <a:cubicBezTo>
                    <a:pt x="51910" y="152357"/>
                    <a:pt x="53772" y="171177"/>
                    <a:pt x="56270" y="189914"/>
                  </a:cubicBezTo>
                  <a:cubicBezTo>
                    <a:pt x="58461" y="206348"/>
                    <a:pt x="60959" y="222739"/>
                    <a:pt x="63304" y="239151"/>
                  </a:cubicBezTo>
                  <a:cubicBezTo>
                    <a:pt x="60959" y="328246"/>
                    <a:pt x="56270" y="417311"/>
                    <a:pt x="56270" y="506437"/>
                  </a:cubicBezTo>
                  <a:cubicBezTo>
                    <a:pt x="56270" y="937531"/>
                    <a:pt x="27367" y="812862"/>
                    <a:pt x="70338" y="984739"/>
                  </a:cubicBezTo>
                  <a:cubicBezTo>
                    <a:pt x="67993" y="1038665"/>
                    <a:pt x="69433" y="1092889"/>
                    <a:pt x="63304" y="1146517"/>
                  </a:cubicBezTo>
                  <a:cubicBezTo>
                    <a:pt x="41634" y="1336129"/>
                    <a:pt x="42203" y="1193602"/>
                    <a:pt x="42203" y="1237957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520658-C7D4-8878-3598-472EC45AE145}"/>
                </a:ext>
              </a:extLst>
            </p:cNvPr>
            <p:cNvSpPr/>
            <p:nvPr/>
          </p:nvSpPr>
          <p:spPr>
            <a:xfrm>
              <a:off x="1751328" y="1648711"/>
              <a:ext cx="385110" cy="253218"/>
            </a:xfrm>
            <a:custGeom>
              <a:avLst/>
              <a:gdLst>
                <a:gd name="connsiteX0" fmla="*/ 204378 w 385110"/>
                <a:gd name="connsiteY0" fmla="*/ 112541 h 253218"/>
                <a:gd name="connsiteX1" fmla="*/ 14464 w 385110"/>
                <a:gd name="connsiteY1" fmla="*/ 105508 h 253218"/>
                <a:gd name="connsiteX2" fmla="*/ 396 w 385110"/>
                <a:gd name="connsiteY2" fmla="*/ 84406 h 253218"/>
                <a:gd name="connsiteX3" fmla="*/ 28532 w 385110"/>
                <a:gd name="connsiteY3" fmla="*/ 49237 h 253218"/>
                <a:gd name="connsiteX4" fmla="*/ 119972 w 385110"/>
                <a:gd name="connsiteY4" fmla="*/ 56271 h 253218"/>
                <a:gd name="connsiteX5" fmla="*/ 141073 w 385110"/>
                <a:gd name="connsiteY5" fmla="*/ 63305 h 253218"/>
                <a:gd name="connsiteX6" fmla="*/ 169209 w 385110"/>
                <a:gd name="connsiteY6" fmla="*/ 70338 h 253218"/>
                <a:gd name="connsiteX7" fmla="*/ 211412 w 385110"/>
                <a:gd name="connsiteY7" fmla="*/ 84406 h 253218"/>
                <a:gd name="connsiteX8" fmla="*/ 281750 w 385110"/>
                <a:gd name="connsiteY8" fmla="*/ 91440 h 253218"/>
                <a:gd name="connsiteX9" fmla="*/ 380224 w 385110"/>
                <a:gd name="connsiteY9" fmla="*/ 84406 h 253218"/>
                <a:gd name="connsiteX10" fmla="*/ 373190 w 385110"/>
                <a:gd name="connsiteY10" fmla="*/ 42203 h 253218"/>
                <a:gd name="connsiteX11" fmla="*/ 338021 w 385110"/>
                <a:gd name="connsiteY11" fmla="*/ 14068 h 253218"/>
                <a:gd name="connsiteX12" fmla="*/ 309885 w 385110"/>
                <a:gd name="connsiteY12" fmla="*/ 0 h 253218"/>
                <a:gd name="connsiteX13" fmla="*/ 260649 w 385110"/>
                <a:gd name="connsiteY13" fmla="*/ 7034 h 253218"/>
                <a:gd name="connsiteX14" fmla="*/ 232513 w 385110"/>
                <a:gd name="connsiteY14" fmla="*/ 42203 h 253218"/>
                <a:gd name="connsiteX15" fmla="*/ 197344 w 385110"/>
                <a:gd name="connsiteY15" fmla="*/ 112541 h 253218"/>
                <a:gd name="connsiteX16" fmla="*/ 169209 w 385110"/>
                <a:gd name="connsiteY16" fmla="*/ 147711 h 253218"/>
                <a:gd name="connsiteX17" fmla="*/ 148107 w 385110"/>
                <a:gd name="connsiteY17" fmla="*/ 189914 h 253218"/>
                <a:gd name="connsiteX18" fmla="*/ 134039 w 385110"/>
                <a:gd name="connsiteY18" fmla="*/ 225083 h 253218"/>
                <a:gd name="connsiteX19" fmla="*/ 119972 w 385110"/>
                <a:gd name="connsiteY19" fmla="*/ 253218 h 25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5110" h="253218">
                  <a:moveTo>
                    <a:pt x="204378" y="112541"/>
                  </a:moveTo>
                  <a:cubicBezTo>
                    <a:pt x="141073" y="110197"/>
                    <a:pt x="77218" y="114164"/>
                    <a:pt x="14464" y="105508"/>
                  </a:cubicBezTo>
                  <a:cubicBezTo>
                    <a:pt x="6089" y="104353"/>
                    <a:pt x="1786" y="92745"/>
                    <a:pt x="396" y="84406"/>
                  </a:cubicBezTo>
                  <a:cubicBezTo>
                    <a:pt x="-3001" y="64022"/>
                    <a:pt x="16204" y="57456"/>
                    <a:pt x="28532" y="49237"/>
                  </a:cubicBezTo>
                  <a:cubicBezTo>
                    <a:pt x="59012" y="51582"/>
                    <a:pt x="89638" y="52479"/>
                    <a:pt x="119972" y="56271"/>
                  </a:cubicBezTo>
                  <a:cubicBezTo>
                    <a:pt x="127329" y="57191"/>
                    <a:pt x="133944" y="61268"/>
                    <a:pt x="141073" y="63305"/>
                  </a:cubicBezTo>
                  <a:cubicBezTo>
                    <a:pt x="150368" y="65961"/>
                    <a:pt x="159949" y="67560"/>
                    <a:pt x="169209" y="70338"/>
                  </a:cubicBezTo>
                  <a:cubicBezTo>
                    <a:pt x="183412" y="74599"/>
                    <a:pt x="196837" y="81673"/>
                    <a:pt x="211412" y="84406"/>
                  </a:cubicBezTo>
                  <a:cubicBezTo>
                    <a:pt x="234571" y="88748"/>
                    <a:pt x="258304" y="89095"/>
                    <a:pt x="281750" y="91440"/>
                  </a:cubicBezTo>
                  <a:cubicBezTo>
                    <a:pt x="314575" y="89095"/>
                    <a:pt x="351249" y="100008"/>
                    <a:pt x="380224" y="84406"/>
                  </a:cubicBezTo>
                  <a:cubicBezTo>
                    <a:pt x="392781" y="77645"/>
                    <a:pt x="377700" y="55733"/>
                    <a:pt x="373190" y="42203"/>
                  </a:cubicBezTo>
                  <a:cubicBezTo>
                    <a:pt x="364384" y="15787"/>
                    <a:pt x="358920" y="23024"/>
                    <a:pt x="338021" y="14068"/>
                  </a:cubicBezTo>
                  <a:cubicBezTo>
                    <a:pt x="328383" y="9938"/>
                    <a:pt x="319264" y="4689"/>
                    <a:pt x="309885" y="0"/>
                  </a:cubicBezTo>
                  <a:cubicBezTo>
                    <a:pt x="293473" y="2345"/>
                    <a:pt x="275203" y="-905"/>
                    <a:pt x="260649" y="7034"/>
                  </a:cubicBezTo>
                  <a:cubicBezTo>
                    <a:pt x="247469" y="14223"/>
                    <a:pt x="241122" y="29904"/>
                    <a:pt x="232513" y="42203"/>
                  </a:cubicBezTo>
                  <a:cubicBezTo>
                    <a:pt x="159975" y="145828"/>
                    <a:pt x="257995" y="11455"/>
                    <a:pt x="197344" y="112541"/>
                  </a:cubicBezTo>
                  <a:cubicBezTo>
                    <a:pt x="189620" y="125415"/>
                    <a:pt x="178587" y="135988"/>
                    <a:pt x="169209" y="147711"/>
                  </a:cubicBezTo>
                  <a:cubicBezTo>
                    <a:pt x="151529" y="200749"/>
                    <a:pt x="175378" y="135372"/>
                    <a:pt x="148107" y="189914"/>
                  </a:cubicBezTo>
                  <a:cubicBezTo>
                    <a:pt x="142460" y="201207"/>
                    <a:pt x="139167" y="213545"/>
                    <a:pt x="134039" y="225083"/>
                  </a:cubicBezTo>
                  <a:cubicBezTo>
                    <a:pt x="129781" y="234665"/>
                    <a:pt x="119972" y="253218"/>
                    <a:pt x="119972" y="25321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F8C927B-554C-689B-E130-14E3CAE36D27}"/>
                </a:ext>
              </a:extLst>
            </p:cNvPr>
            <p:cNvSpPr txBox="1"/>
            <p:nvPr/>
          </p:nvSpPr>
          <p:spPr>
            <a:xfrm>
              <a:off x="1573644" y="2058375"/>
              <a:ext cx="8005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0FD03D-CB24-1E56-7C52-26655BE332E4}"/>
                </a:ext>
              </a:extLst>
            </p:cNvPr>
            <p:cNvSpPr txBox="1"/>
            <p:nvPr/>
          </p:nvSpPr>
          <p:spPr>
            <a:xfrm>
              <a:off x="1342569" y="4268877"/>
              <a:ext cx="1262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6DBA888-2EAE-21A5-8259-CD429A0E0B95}"/>
                </a:ext>
              </a:extLst>
            </p:cNvPr>
            <p:cNvSpPr txBox="1"/>
            <p:nvPr/>
          </p:nvSpPr>
          <p:spPr>
            <a:xfrm>
              <a:off x="1093221" y="5120377"/>
              <a:ext cx="176348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Lorem ipsum dolor sit amet, consectetuer adipiscing elit. Maecenas </a:t>
              </a:r>
              <a:r>
                <a:rPr lang="en-US" sz="1050" dirty="0" err="1"/>
                <a:t>porttitor</a:t>
              </a:r>
              <a:endParaRPr lang="en-US" sz="105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59CDB55-43C7-6142-A479-CAFD38ED14C2}"/>
              </a:ext>
            </a:extLst>
          </p:cNvPr>
          <p:cNvGrpSpPr/>
          <p:nvPr/>
        </p:nvGrpSpPr>
        <p:grpSpPr>
          <a:xfrm>
            <a:off x="3812224" y="618978"/>
            <a:ext cx="1950010" cy="5773611"/>
            <a:chOff x="998937" y="618978"/>
            <a:chExt cx="1950010" cy="5773611"/>
          </a:xfrm>
          <a:effectLst>
            <a:reflection blurRad="6350" stA="50000" endA="300" endPos="38500" dist="50800" dir="5400000" sy="-100000" algn="bl" rotWithShape="0"/>
          </a:effectLst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983D17C-BD90-3AAD-A8F0-55106BC31139}"/>
                </a:ext>
              </a:extLst>
            </p:cNvPr>
            <p:cNvCxnSpPr/>
            <p:nvPr/>
          </p:nvCxnSpPr>
          <p:spPr>
            <a:xfrm>
              <a:off x="1973942" y="2959498"/>
              <a:ext cx="0" cy="136044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FE75F05-2941-F633-6329-53D035C8FC9C}"/>
                </a:ext>
              </a:extLst>
            </p:cNvPr>
            <p:cNvSpPr/>
            <p:nvPr/>
          </p:nvSpPr>
          <p:spPr>
            <a:xfrm rot="8100000">
              <a:off x="1366575" y="1795077"/>
              <a:ext cx="1214736" cy="1214736"/>
            </a:xfrm>
            <a:custGeom>
              <a:avLst/>
              <a:gdLst>
                <a:gd name="connsiteX0" fmla="*/ 178862 w 1214736"/>
                <a:gd name="connsiteY0" fmla="*/ 1035876 h 1214736"/>
                <a:gd name="connsiteX1" fmla="*/ 275366 w 1214736"/>
                <a:gd name="connsiteY1" fmla="*/ 1035876 h 1214736"/>
                <a:gd name="connsiteX2" fmla="*/ 275366 w 1214736"/>
                <a:gd name="connsiteY2" fmla="*/ 939371 h 1214736"/>
                <a:gd name="connsiteX3" fmla="*/ 178862 w 1214736"/>
                <a:gd name="connsiteY3" fmla="*/ 939371 h 1214736"/>
                <a:gd name="connsiteX4" fmla="*/ 178862 w 1214736"/>
                <a:gd name="connsiteY4" fmla="*/ 1035876 h 1214736"/>
                <a:gd name="connsiteX5" fmla="*/ 142027 w 1214736"/>
                <a:gd name="connsiteY5" fmla="*/ 1072709 h 1214736"/>
                <a:gd name="connsiteX6" fmla="*/ 0 w 1214736"/>
                <a:gd name="connsiteY6" fmla="*/ 729827 h 1214736"/>
                <a:gd name="connsiteX7" fmla="*/ 484909 w 1214736"/>
                <a:gd name="connsiteY7" fmla="*/ 244918 h 1214736"/>
                <a:gd name="connsiteX8" fmla="*/ 1214736 w 1214736"/>
                <a:gd name="connsiteY8" fmla="*/ 0 h 1214736"/>
                <a:gd name="connsiteX9" fmla="*/ 969818 w 1214736"/>
                <a:gd name="connsiteY9" fmla="*/ 729827 h 1214736"/>
                <a:gd name="connsiteX10" fmla="*/ 484909 w 1214736"/>
                <a:gd name="connsiteY10" fmla="*/ 1214736 h 1214736"/>
                <a:gd name="connsiteX11" fmla="*/ 142027 w 1214736"/>
                <a:gd name="connsiteY11" fmla="*/ 1072709 h 121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4736" h="1214736">
                  <a:moveTo>
                    <a:pt x="178862" y="1035876"/>
                  </a:moveTo>
                  <a:cubicBezTo>
                    <a:pt x="205511" y="1062524"/>
                    <a:pt x="248718" y="1062524"/>
                    <a:pt x="275366" y="1035876"/>
                  </a:cubicBezTo>
                  <a:cubicBezTo>
                    <a:pt x="302015" y="1009227"/>
                    <a:pt x="302015" y="966020"/>
                    <a:pt x="275366" y="939371"/>
                  </a:cubicBezTo>
                  <a:cubicBezTo>
                    <a:pt x="248718" y="912722"/>
                    <a:pt x="205511" y="912722"/>
                    <a:pt x="178862" y="939371"/>
                  </a:cubicBezTo>
                  <a:cubicBezTo>
                    <a:pt x="152213" y="966020"/>
                    <a:pt x="152213" y="1009227"/>
                    <a:pt x="178862" y="1035876"/>
                  </a:cubicBezTo>
                  <a:close/>
                  <a:moveTo>
                    <a:pt x="142027" y="1072709"/>
                  </a:moveTo>
                  <a:cubicBezTo>
                    <a:pt x="54275" y="984958"/>
                    <a:pt x="0" y="863731"/>
                    <a:pt x="0" y="729827"/>
                  </a:cubicBezTo>
                  <a:cubicBezTo>
                    <a:pt x="0" y="462019"/>
                    <a:pt x="217101" y="244918"/>
                    <a:pt x="484909" y="244918"/>
                  </a:cubicBezTo>
                  <a:cubicBezTo>
                    <a:pt x="728184" y="244918"/>
                    <a:pt x="971460" y="163279"/>
                    <a:pt x="1214736" y="0"/>
                  </a:cubicBezTo>
                  <a:cubicBezTo>
                    <a:pt x="1051457" y="243276"/>
                    <a:pt x="969818" y="486552"/>
                    <a:pt x="969818" y="729827"/>
                  </a:cubicBezTo>
                  <a:cubicBezTo>
                    <a:pt x="969818" y="997635"/>
                    <a:pt x="752717" y="1214736"/>
                    <a:pt x="484909" y="1214736"/>
                  </a:cubicBezTo>
                  <a:cubicBezTo>
                    <a:pt x="351005" y="1214736"/>
                    <a:pt x="229778" y="1160461"/>
                    <a:pt x="142027" y="1072709"/>
                  </a:cubicBezTo>
                  <a:close/>
                </a:path>
              </a:pathLst>
            </a:cu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Left Brace 59">
              <a:extLst>
                <a:ext uri="{FF2B5EF4-FFF2-40B4-BE49-F238E27FC236}">
                  <a16:creationId xmlns:a16="http://schemas.microsoft.com/office/drawing/2014/main" id="{819A34C0-E8E0-21EC-5DB4-9A9DF45C3751}"/>
                </a:ext>
              </a:extLst>
            </p:cNvPr>
            <p:cNvSpPr/>
            <p:nvPr/>
          </p:nvSpPr>
          <p:spPr>
            <a:xfrm rot="5400000">
              <a:off x="1592942" y="3290912"/>
              <a:ext cx="762000" cy="1950009"/>
            </a:xfrm>
            <a:prstGeom prst="leftBrace">
              <a:avLst>
                <a:gd name="adj1" fmla="val 30151"/>
                <a:gd name="adj2" fmla="val 50000"/>
              </a:avLst>
            </a:prstGeom>
            <a:solidFill>
              <a:srgbClr val="FD7273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EA65459-304F-5550-9B29-3C6EBFB78450}"/>
                </a:ext>
              </a:extLst>
            </p:cNvPr>
            <p:cNvSpPr/>
            <p:nvPr/>
          </p:nvSpPr>
          <p:spPr>
            <a:xfrm>
              <a:off x="998937" y="4646917"/>
              <a:ext cx="1950010" cy="1745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59C122D-F334-7FB5-C3B4-4255BEE481A3}"/>
                </a:ext>
              </a:extLst>
            </p:cNvPr>
            <p:cNvSpPr/>
            <p:nvPr/>
          </p:nvSpPr>
          <p:spPr>
            <a:xfrm>
              <a:off x="1870034" y="3469210"/>
              <a:ext cx="207818" cy="207818"/>
            </a:xfrm>
            <a:prstGeom prst="ellipse">
              <a:avLst/>
            </a:pr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F73ACB48-463A-6E75-BF17-C3ACC7F9E7FF}"/>
                </a:ext>
              </a:extLst>
            </p:cNvPr>
            <p:cNvSpPr/>
            <p:nvPr/>
          </p:nvSpPr>
          <p:spPr>
            <a:xfrm>
              <a:off x="1934308" y="618978"/>
              <a:ext cx="45719" cy="1259059"/>
            </a:xfrm>
            <a:custGeom>
              <a:avLst/>
              <a:gdLst>
                <a:gd name="connsiteX0" fmla="*/ 0 w 70338"/>
                <a:gd name="connsiteY0" fmla="*/ 0 h 1248144"/>
                <a:gd name="connsiteX1" fmla="*/ 42203 w 70338"/>
                <a:gd name="connsiteY1" fmla="*/ 91440 h 1248144"/>
                <a:gd name="connsiteX2" fmla="*/ 49237 w 70338"/>
                <a:gd name="connsiteY2" fmla="*/ 133644 h 1248144"/>
                <a:gd name="connsiteX3" fmla="*/ 56270 w 70338"/>
                <a:gd name="connsiteY3" fmla="*/ 189914 h 1248144"/>
                <a:gd name="connsiteX4" fmla="*/ 63304 w 70338"/>
                <a:gd name="connsiteY4" fmla="*/ 239151 h 1248144"/>
                <a:gd name="connsiteX5" fmla="*/ 56270 w 70338"/>
                <a:gd name="connsiteY5" fmla="*/ 506437 h 1248144"/>
                <a:gd name="connsiteX6" fmla="*/ 70338 w 70338"/>
                <a:gd name="connsiteY6" fmla="*/ 984739 h 1248144"/>
                <a:gd name="connsiteX7" fmla="*/ 63304 w 70338"/>
                <a:gd name="connsiteY7" fmla="*/ 1146517 h 1248144"/>
                <a:gd name="connsiteX8" fmla="*/ 42203 w 70338"/>
                <a:gd name="connsiteY8" fmla="*/ 1237957 h 124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338" h="1248144">
                  <a:moveTo>
                    <a:pt x="0" y="0"/>
                  </a:moveTo>
                  <a:cubicBezTo>
                    <a:pt x="31275" y="78188"/>
                    <a:pt x="14127" y="49328"/>
                    <a:pt x="42203" y="91440"/>
                  </a:cubicBezTo>
                  <a:cubicBezTo>
                    <a:pt x="44548" y="105508"/>
                    <a:pt x="47220" y="119525"/>
                    <a:pt x="49237" y="133644"/>
                  </a:cubicBezTo>
                  <a:cubicBezTo>
                    <a:pt x="51910" y="152357"/>
                    <a:pt x="53772" y="171177"/>
                    <a:pt x="56270" y="189914"/>
                  </a:cubicBezTo>
                  <a:cubicBezTo>
                    <a:pt x="58461" y="206348"/>
                    <a:pt x="60959" y="222739"/>
                    <a:pt x="63304" y="239151"/>
                  </a:cubicBezTo>
                  <a:cubicBezTo>
                    <a:pt x="60959" y="328246"/>
                    <a:pt x="56270" y="417311"/>
                    <a:pt x="56270" y="506437"/>
                  </a:cubicBezTo>
                  <a:cubicBezTo>
                    <a:pt x="56270" y="937531"/>
                    <a:pt x="27367" y="812862"/>
                    <a:pt x="70338" y="984739"/>
                  </a:cubicBezTo>
                  <a:cubicBezTo>
                    <a:pt x="67993" y="1038665"/>
                    <a:pt x="69433" y="1092889"/>
                    <a:pt x="63304" y="1146517"/>
                  </a:cubicBezTo>
                  <a:cubicBezTo>
                    <a:pt x="41634" y="1336129"/>
                    <a:pt x="42203" y="1193602"/>
                    <a:pt x="42203" y="1237957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27C1DB6-A4EA-8FA0-405A-DDF950A9192D}"/>
                </a:ext>
              </a:extLst>
            </p:cNvPr>
            <p:cNvSpPr/>
            <p:nvPr/>
          </p:nvSpPr>
          <p:spPr>
            <a:xfrm>
              <a:off x="1751328" y="1648711"/>
              <a:ext cx="385110" cy="253218"/>
            </a:xfrm>
            <a:custGeom>
              <a:avLst/>
              <a:gdLst>
                <a:gd name="connsiteX0" fmla="*/ 204378 w 385110"/>
                <a:gd name="connsiteY0" fmla="*/ 112541 h 253218"/>
                <a:gd name="connsiteX1" fmla="*/ 14464 w 385110"/>
                <a:gd name="connsiteY1" fmla="*/ 105508 h 253218"/>
                <a:gd name="connsiteX2" fmla="*/ 396 w 385110"/>
                <a:gd name="connsiteY2" fmla="*/ 84406 h 253218"/>
                <a:gd name="connsiteX3" fmla="*/ 28532 w 385110"/>
                <a:gd name="connsiteY3" fmla="*/ 49237 h 253218"/>
                <a:gd name="connsiteX4" fmla="*/ 119972 w 385110"/>
                <a:gd name="connsiteY4" fmla="*/ 56271 h 253218"/>
                <a:gd name="connsiteX5" fmla="*/ 141073 w 385110"/>
                <a:gd name="connsiteY5" fmla="*/ 63305 h 253218"/>
                <a:gd name="connsiteX6" fmla="*/ 169209 w 385110"/>
                <a:gd name="connsiteY6" fmla="*/ 70338 h 253218"/>
                <a:gd name="connsiteX7" fmla="*/ 211412 w 385110"/>
                <a:gd name="connsiteY7" fmla="*/ 84406 h 253218"/>
                <a:gd name="connsiteX8" fmla="*/ 281750 w 385110"/>
                <a:gd name="connsiteY8" fmla="*/ 91440 h 253218"/>
                <a:gd name="connsiteX9" fmla="*/ 380224 w 385110"/>
                <a:gd name="connsiteY9" fmla="*/ 84406 h 253218"/>
                <a:gd name="connsiteX10" fmla="*/ 373190 w 385110"/>
                <a:gd name="connsiteY10" fmla="*/ 42203 h 253218"/>
                <a:gd name="connsiteX11" fmla="*/ 338021 w 385110"/>
                <a:gd name="connsiteY11" fmla="*/ 14068 h 253218"/>
                <a:gd name="connsiteX12" fmla="*/ 309885 w 385110"/>
                <a:gd name="connsiteY12" fmla="*/ 0 h 253218"/>
                <a:gd name="connsiteX13" fmla="*/ 260649 w 385110"/>
                <a:gd name="connsiteY13" fmla="*/ 7034 h 253218"/>
                <a:gd name="connsiteX14" fmla="*/ 232513 w 385110"/>
                <a:gd name="connsiteY14" fmla="*/ 42203 h 253218"/>
                <a:gd name="connsiteX15" fmla="*/ 197344 w 385110"/>
                <a:gd name="connsiteY15" fmla="*/ 112541 h 253218"/>
                <a:gd name="connsiteX16" fmla="*/ 169209 w 385110"/>
                <a:gd name="connsiteY16" fmla="*/ 147711 h 253218"/>
                <a:gd name="connsiteX17" fmla="*/ 148107 w 385110"/>
                <a:gd name="connsiteY17" fmla="*/ 189914 h 253218"/>
                <a:gd name="connsiteX18" fmla="*/ 134039 w 385110"/>
                <a:gd name="connsiteY18" fmla="*/ 225083 h 253218"/>
                <a:gd name="connsiteX19" fmla="*/ 119972 w 385110"/>
                <a:gd name="connsiteY19" fmla="*/ 253218 h 25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5110" h="253218">
                  <a:moveTo>
                    <a:pt x="204378" y="112541"/>
                  </a:moveTo>
                  <a:cubicBezTo>
                    <a:pt x="141073" y="110197"/>
                    <a:pt x="77218" y="114164"/>
                    <a:pt x="14464" y="105508"/>
                  </a:cubicBezTo>
                  <a:cubicBezTo>
                    <a:pt x="6089" y="104353"/>
                    <a:pt x="1786" y="92745"/>
                    <a:pt x="396" y="84406"/>
                  </a:cubicBezTo>
                  <a:cubicBezTo>
                    <a:pt x="-3001" y="64022"/>
                    <a:pt x="16204" y="57456"/>
                    <a:pt x="28532" y="49237"/>
                  </a:cubicBezTo>
                  <a:cubicBezTo>
                    <a:pt x="59012" y="51582"/>
                    <a:pt x="89638" y="52479"/>
                    <a:pt x="119972" y="56271"/>
                  </a:cubicBezTo>
                  <a:cubicBezTo>
                    <a:pt x="127329" y="57191"/>
                    <a:pt x="133944" y="61268"/>
                    <a:pt x="141073" y="63305"/>
                  </a:cubicBezTo>
                  <a:cubicBezTo>
                    <a:pt x="150368" y="65961"/>
                    <a:pt x="159949" y="67560"/>
                    <a:pt x="169209" y="70338"/>
                  </a:cubicBezTo>
                  <a:cubicBezTo>
                    <a:pt x="183412" y="74599"/>
                    <a:pt x="196837" y="81673"/>
                    <a:pt x="211412" y="84406"/>
                  </a:cubicBezTo>
                  <a:cubicBezTo>
                    <a:pt x="234571" y="88748"/>
                    <a:pt x="258304" y="89095"/>
                    <a:pt x="281750" y="91440"/>
                  </a:cubicBezTo>
                  <a:cubicBezTo>
                    <a:pt x="314575" y="89095"/>
                    <a:pt x="351249" y="100008"/>
                    <a:pt x="380224" y="84406"/>
                  </a:cubicBezTo>
                  <a:cubicBezTo>
                    <a:pt x="392781" y="77645"/>
                    <a:pt x="377700" y="55733"/>
                    <a:pt x="373190" y="42203"/>
                  </a:cubicBezTo>
                  <a:cubicBezTo>
                    <a:pt x="364384" y="15787"/>
                    <a:pt x="358920" y="23024"/>
                    <a:pt x="338021" y="14068"/>
                  </a:cubicBezTo>
                  <a:cubicBezTo>
                    <a:pt x="328383" y="9938"/>
                    <a:pt x="319264" y="4689"/>
                    <a:pt x="309885" y="0"/>
                  </a:cubicBezTo>
                  <a:cubicBezTo>
                    <a:pt x="293473" y="2345"/>
                    <a:pt x="275203" y="-905"/>
                    <a:pt x="260649" y="7034"/>
                  </a:cubicBezTo>
                  <a:cubicBezTo>
                    <a:pt x="247469" y="14223"/>
                    <a:pt x="241122" y="29904"/>
                    <a:pt x="232513" y="42203"/>
                  </a:cubicBezTo>
                  <a:cubicBezTo>
                    <a:pt x="159975" y="145828"/>
                    <a:pt x="257995" y="11455"/>
                    <a:pt x="197344" y="112541"/>
                  </a:cubicBezTo>
                  <a:cubicBezTo>
                    <a:pt x="189620" y="125415"/>
                    <a:pt x="178587" y="135988"/>
                    <a:pt x="169209" y="147711"/>
                  </a:cubicBezTo>
                  <a:cubicBezTo>
                    <a:pt x="151529" y="200749"/>
                    <a:pt x="175378" y="135372"/>
                    <a:pt x="148107" y="189914"/>
                  </a:cubicBezTo>
                  <a:cubicBezTo>
                    <a:pt x="142460" y="201207"/>
                    <a:pt x="139167" y="213545"/>
                    <a:pt x="134039" y="225083"/>
                  </a:cubicBezTo>
                  <a:cubicBezTo>
                    <a:pt x="129781" y="234665"/>
                    <a:pt x="119972" y="253218"/>
                    <a:pt x="119972" y="25321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E7446B9-2315-7999-2269-4C958055AC2D}"/>
                </a:ext>
              </a:extLst>
            </p:cNvPr>
            <p:cNvSpPr txBox="1"/>
            <p:nvPr/>
          </p:nvSpPr>
          <p:spPr>
            <a:xfrm>
              <a:off x="1573644" y="2058375"/>
              <a:ext cx="8005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FE9584-53A3-082E-D10A-949010D7A9CD}"/>
                </a:ext>
              </a:extLst>
            </p:cNvPr>
            <p:cNvSpPr txBox="1"/>
            <p:nvPr/>
          </p:nvSpPr>
          <p:spPr>
            <a:xfrm>
              <a:off x="1342569" y="4268877"/>
              <a:ext cx="1262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81027DE-F8EF-0D34-38D3-F98A44C39459}"/>
                </a:ext>
              </a:extLst>
            </p:cNvPr>
            <p:cNvSpPr txBox="1"/>
            <p:nvPr/>
          </p:nvSpPr>
          <p:spPr>
            <a:xfrm>
              <a:off x="1093221" y="5120377"/>
              <a:ext cx="176348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Lorem ipsum dolor sit amet, consectetuer adipiscing elit. Maecenas </a:t>
              </a:r>
              <a:r>
                <a:rPr lang="en-US" sz="1050" dirty="0" err="1"/>
                <a:t>porttitor</a:t>
              </a:r>
              <a:endParaRPr lang="en-US" sz="105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30903D7-7287-3F92-4B4A-67BB97A8E0E1}"/>
              </a:ext>
            </a:extLst>
          </p:cNvPr>
          <p:cNvGrpSpPr/>
          <p:nvPr/>
        </p:nvGrpSpPr>
        <p:grpSpPr>
          <a:xfrm>
            <a:off x="6625511" y="618978"/>
            <a:ext cx="1950010" cy="5773611"/>
            <a:chOff x="998937" y="618978"/>
            <a:chExt cx="1950010" cy="5773611"/>
          </a:xfrm>
          <a:effectLst>
            <a:reflection blurRad="6350" stA="50000" endA="300" endPos="38500" dist="50800" dir="5400000" sy="-100000" algn="bl" rotWithShape="0"/>
          </a:effectLst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D9AA975-2673-B5BE-41BB-2C04B8C0892F}"/>
                </a:ext>
              </a:extLst>
            </p:cNvPr>
            <p:cNvCxnSpPr/>
            <p:nvPr/>
          </p:nvCxnSpPr>
          <p:spPr>
            <a:xfrm>
              <a:off x="1973942" y="2959498"/>
              <a:ext cx="0" cy="136044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19FF888-2F58-0154-02F8-494668DFA123}"/>
                </a:ext>
              </a:extLst>
            </p:cNvPr>
            <p:cNvSpPr/>
            <p:nvPr/>
          </p:nvSpPr>
          <p:spPr>
            <a:xfrm rot="8100000">
              <a:off x="1366575" y="1795077"/>
              <a:ext cx="1214736" cy="1214736"/>
            </a:xfrm>
            <a:custGeom>
              <a:avLst/>
              <a:gdLst>
                <a:gd name="connsiteX0" fmla="*/ 178862 w 1214736"/>
                <a:gd name="connsiteY0" fmla="*/ 1035876 h 1214736"/>
                <a:gd name="connsiteX1" fmla="*/ 275366 w 1214736"/>
                <a:gd name="connsiteY1" fmla="*/ 1035876 h 1214736"/>
                <a:gd name="connsiteX2" fmla="*/ 275366 w 1214736"/>
                <a:gd name="connsiteY2" fmla="*/ 939371 h 1214736"/>
                <a:gd name="connsiteX3" fmla="*/ 178862 w 1214736"/>
                <a:gd name="connsiteY3" fmla="*/ 939371 h 1214736"/>
                <a:gd name="connsiteX4" fmla="*/ 178862 w 1214736"/>
                <a:gd name="connsiteY4" fmla="*/ 1035876 h 1214736"/>
                <a:gd name="connsiteX5" fmla="*/ 142027 w 1214736"/>
                <a:gd name="connsiteY5" fmla="*/ 1072709 h 1214736"/>
                <a:gd name="connsiteX6" fmla="*/ 0 w 1214736"/>
                <a:gd name="connsiteY6" fmla="*/ 729827 h 1214736"/>
                <a:gd name="connsiteX7" fmla="*/ 484909 w 1214736"/>
                <a:gd name="connsiteY7" fmla="*/ 244918 h 1214736"/>
                <a:gd name="connsiteX8" fmla="*/ 1214736 w 1214736"/>
                <a:gd name="connsiteY8" fmla="*/ 0 h 1214736"/>
                <a:gd name="connsiteX9" fmla="*/ 969818 w 1214736"/>
                <a:gd name="connsiteY9" fmla="*/ 729827 h 1214736"/>
                <a:gd name="connsiteX10" fmla="*/ 484909 w 1214736"/>
                <a:gd name="connsiteY10" fmla="*/ 1214736 h 1214736"/>
                <a:gd name="connsiteX11" fmla="*/ 142027 w 1214736"/>
                <a:gd name="connsiteY11" fmla="*/ 1072709 h 121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4736" h="1214736">
                  <a:moveTo>
                    <a:pt x="178862" y="1035876"/>
                  </a:moveTo>
                  <a:cubicBezTo>
                    <a:pt x="205511" y="1062524"/>
                    <a:pt x="248718" y="1062524"/>
                    <a:pt x="275366" y="1035876"/>
                  </a:cubicBezTo>
                  <a:cubicBezTo>
                    <a:pt x="302015" y="1009227"/>
                    <a:pt x="302015" y="966020"/>
                    <a:pt x="275366" y="939371"/>
                  </a:cubicBezTo>
                  <a:cubicBezTo>
                    <a:pt x="248718" y="912722"/>
                    <a:pt x="205511" y="912722"/>
                    <a:pt x="178862" y="939371"/>
                  </a:cubicBezTo>
                  <a:cubicBezTo>
                    <a:pt x="152213" y="966020"/>
                    <a:pt x="152213" y="1009227"/>
                    <a:pt x="178862" y="1035876"/>
                  </a:cubicBezTo>
                  <a:close/>
                  <a:moveTo>
                    <a:pt x="142027" y="1072709"/>
                  </a:moveTo>
                  <a:cubicBezTo>
                    <a:pt x="54275" y="984958"/>
                    <a:pt x="0" y="863731"/>
                    <a:pt x="0" y="729827"/>
                  </a:cubicBezTo>
                  <a:cubicBezTo>
                    <a:pt x="0" y="462019"/>
                    <a:pt x="217101" y="244918"/>
                    <a:pt x="484909" y="244918"/>
                  </a:cubicBezTo>
                  <a:cubicBezTo>
                    <a:pt x="728184" y="244918"/>
                    <a:pt x="971460" y="163279"/>
                    <a:pt x="1214736" y="0"/>
                  </a:cubicBezTo>
                  <a:cubicBezTo>
                    <a:pt x="1051457" y="243276"/>
                    <a:pt x="969818" y="486552"/>
                    <a:pt x="969818" y="729827"/>
                  </a:cubicBezTo>
                  <a:cubicBezTo>
                    <a:pt x="969818" y="997635"/>
                    <a:pt x="752717" y="1214736"/>
                    <a:pt x="484909" y="1214736"/>
                  </a:cubicBezTo>
                  <a:cubicBezTo>
                    <a:pt x="351005" y="1214736"/>
                    <a:pt x="229778" y="1160461"/>
                    <a:pt x="142027" y="1072709"/>
                  </a:cubicBez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Left Brace 96">
              <a:extLst>
                <a:ext uri="{FF2B5EF4-FFF2-40B4-BE49-F238E27FC236}">
                  <a16:creationId xmlns:a16="http://schemas.microsoft.com/office/drawing/2014/main" id="{DB8B25B6-74A1-1E4B-9341-1400AFFE4C8A}"/>
                </a:ext>
              </a:extLst>
            </p:cNvPr>
            <p:cNvSpPr/>
            <p:nvPr/>
          </p:nvSpPr>
          <p:spPr>
            <a:xfrm rot="5400000">
              <a:off x="1592942" y="3290912"/>
              <a:ext cx="762000" cy="1950009"/>
            </a:xfrm>
            <a:prstGeom prst="leftBrace">
              <a:avLst>
                <a:gd name="adj1" fmla="val 30151"/>
                <a:gd name="adj2" fmla="val 50000"/>
              </a:avLst>
            </a:prstGeom>
            <a:solidFill>
              <a:srgbClr val="66FFFF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C7FEEF11-5D37-4B27-9A2E-E780CE29ABC3}"/>
                </a:ext>
              </a:extLst>
            </p:cNvPr>
            <p:cNvSpPr/>
            <p:nvPr/>
          </p:nvSpPr>
          <p:spPr>
            <a:xfrm>
              <a:off x="998937" y="4646917"/>
              <a:ext cx="1950010" cy="1745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E7202377-6154-5FD4-A564-3AEA63253FC2}"/>
                </a:ext>
              </a:extLst>
            </p:cNvPr>
            <p:cNvSpPr/>
            <p:nvPr/>
          </p:nvSpPr>
          <p:spPr>
            <a:xfrm>
              <a:off x="1870034" y="3469210"/>
              <a:ext cx="207818" cy="207818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8E37CF-0925-F209-12CF-3D3884C33A7C}"/>
                </a:ext>
              </a:extLst>
            </p:cNvPr>
            <p:cNvSpPr/>
            <p:nvPr/>
          </p:nvSpPr>
          <p:spPr>
            <a:xfrm>
              <a:off x="1934308" y="618978"/>
              <a:ext cx="45719" cy="1259059"/>
            </a:xfrm>
            <a:custGeom>
              <a:avLst/>
              <a:gdLst>
                <a:gd name="connsiteX0" fmla="*/ 0 w 70338"/>
                <a:gd name="connsiteY0" fmla="*/ 0 h 1248144"/>
                <a:gd name="connsiteX1" fmla="*/ 42203 w 70338"/>
                <a:gd name="connsiteY1" fmla="*/ 91440 h 1248144"/>
                <a:gd name="connsiteX2" fmla="*/ 49237 w 70338"/>
                <a:gd name="connsiteY2" fmla="*/ 133644 h 1248144"/>
                <a:gd name="connsiteX3" fmla="*/ 56270 w 70338"/>
                <a:gd name="connsiteY3" fmla="*/ 189914 h 1248144"/>
                <a:gd name="connsiteX4" fmla="*/ 63304 w 70338"/>
                <a:gd name="connsiteY4" fmla="*/ 239151 h 1248144"/>
                <a:gd name="connsiteX5" fmla="*/ 56270 w 70338"/>
                <a:gd name="connsiteY5" fmla="*/ 506437 h 1248144"/>
                <a:gd name="connsiteX6" fmla="*/ 70338 w 70338"/>
                <a:gd name="connsiteY6" fmla="*/ 984739 h 1248144"/>
                <a:gd name="connsiteX7" fmla="*/ 63304 w 70338"/>
                <a:gd name="connsiteY7" fmla="*/ 1146517 h 1248144"/>
                <a:gd name="connsiteX8" fmla="*/ 42203 w 70338"/>
                <a:gd name="connsiteY8" fmla="*/ 1237957 h 124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338" h="1248144">
                  <a:moveTo>
                    <a:pt x="0" y="0"/>
                  </a:moveTo>
                  <a:cubicBezTo>
                    <a:pt x="31275" y="78188"/>
                    <a:pt x="14127" y="49328"/>
                    <a:pt x="42203" y="91440"/>
                  </a:cubicBezTo>
                  <a:cubicBezTo>
                    <a:pt x="44548" y="105508"/>
                    <a:pt x="47220" y="119525"/>
                    <a:pt x="49237" y="133644"/>
                  </a:cubicBezTo>
                  <a:cubicBezTo>
                    <a:pt x="51910" y="152357"/>
                    <a:pt x="53772" y="171177"/>
                    <a:pt x="56270" y="189914"/>
                  </a:cubicBezTo>
                  <a:cubicBezTo>
                    <a:pt x="58461" y="206348"/>
                    <a:pt x="60959" y="222739"/>
                    <a:pt x="63304" y="239151"/>
                  </a:cubicBezTo>
                  <a:cubicBezTo>
                    <a:pt x="60959" y="328246"/>
                    <a:pt x="56270" y="417311"/>
                    <a:pt x="56270" y="506437"/>
                  </a:cubicBezTo>
                  <a:cubicBezTo>
                    <a:pt x="56270" y="937531"/>
                    <a:pt x="27367" y="812862"/>
                    <a:pt x="70338" y="984739"/>
                  </a:cubicBezTo>
                  <a:cubicBezTo>
                    <a:pt x="67993" y="1038665"/>
                    <a:pt x="69433" y="1092889"/>
                    <a:pt x="63304" y="1146517"/>
                  </a:cubicBezTo>
                  <a:cubicBezTo>
                    <a:pt x="41634" y="1336129"/>
                    <a:pt x="42203" y="1193602"/>
                    <a:pt x="42203" y="1237957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406BF92-27C2-A0A5-275A-0E04F6847784}"/>
                </a:ext>
              </a:extLst>
            </p:cNvPr>
            <p:cNvSpPr/>
            <p:nvPr/>
          </p:nvSpPr>
          <p:spPr>
            <a:xfrm>
              <a:off x="1751328" y="1648711"/>
              <a:ext cx="385110" cy="253218"/>
            </a:xfrm>
            <a:custGeom>
              <a:avLst/>
              <a:gdLst>
                <a:gd name="connsiteX0" fmla="*/ 204378 w 385110"/>
                <a:gd name="connsiteY0" fmla="*/ 112541 h 253218"/>
                <a:gd name="connsiteX1" fmla="*/ 14464 w 385110"/>
                <a:gd name="connsiteY1" fmla="*/ 105508 h 253218"/>
                <a:gd name="connsiteX2" fmla="*/ 396 w 385110"/>
                <a:gd name="connsiteY2" fmla="*/ 84406 h 253218"/>
                <a:gd name="connsiteX3" fmla="*/ 28532 w 385110"/>
                <a:gd name="connsiteY3" fmla="*/ 49237 h 253218"/>
                <a:gd name="connsiteX4" fmla="*/ 119972 w 385110"/>
                <a:gd name="connsiteY4" fmla="*/ 56271 h 253218"/>
                <a:gd name="connsiteX5" fmla="*/ 141073 w 385110"/>
                <a:gd name="connsiteY5" fmla="*/ 63305 h 253218"/>
                <a:gd name="connsiteX6" fmla="*/ 169209 w 385110"/>
                <a:gd name="connsiteY6" fmla="*/ 70338 h 253218"/>
                <a:gd name="connsiteX7" fmla="*/ 211412 w 385110"/>
                <a:gd name="connsiteY7" fmla="*/ 84406 h 253218"/>
                <a:gd name="connsiteX8" fmla="*/ 281750 w 385110"/>
                <a:gd name="connsiteY8" fmla="*/ 91440 h 253218"/>
                <a:gd name="connsiteX9" fmla="*/ 380224 w 385110"/>
                <a:gd name="connsiteY9" fmla="*/ 84406 h 253218"/>
                <a:gd name="connsiteX10" fmla="*/ 373190 w 385110"/>
                <a:gd name="connsiteY10" fmla="*/ 42203 h 253218"/>
                <a:gd name="connsiteX11" fmla="*/ 338021 w 385110"/>
                <a:gd name="connsiteY11" fmla="*/ 14068 h 253218"/>
                <a:gd name="connsiteX12" fmla="*/ 309885 w 385110"/>
                <a:gd name="connsiteY12" fmla="*/ 0 h 253218"/>
                <a:gd name="connsiteX13" fmla="*/ 260649 w 385110"/>
                <a:gd name="connsiteY13" fmla="*/ 7034 h 253218"/>
                <a:gd name="connsiteX14" fmla="*/ 232513 w 385110"/>
                <a:gd name="connsiteY14" fmla="*/ 42203 h 253218"/>
                <a:gd name="connsiteX15" fmla="*/ 197344 w 385110"/>
                <a:gd name="connsiteY15" fmla="*/ 112541 h 253218"/>
                <a:gd name="connsiteX16" fmla="*/ 169209 w 385110"/>
                <a:gd name="connsiteY16" fmla="*/ 147711 h 253218"/>
                <a:gd name="connsiteX17" fmla="*/ 148107 w 385110"/>
                <a:gd name="connsiteY17" fmla="*/ 189914 h 253218"/>
                <a:gd name="connsiteX18" fmla="*/ 134039 w 385110"/>
                <a:gd name="connsiteY18" fmla="*/ 225083 h 253218"/>
                <a:gd name="connsiteX19" fmla="*/ 119972 w 385110"/>
                <a:gd name="connsiteY19" fmla="*/ 253218 h 25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5110" h="253218">
                  <a:moveTo>
                    <a:pt x="204378" y="112541"/>
                  </a:moveTo>
                  <a:cubicBezTo>
                    <a:pt x="141073" y="110197"/>
                    <a:pt x="77218" y="114164"/>
                    <a:pt x="14464" y="105508"/>
                  </a:cubicBezTo>
                  <a:cubicBezTo>
                    <a:pt x="6089" y="104353"/>
                    <a:pt x="1786" y="92745"/>
                    <a:pt x="396" y="84406"/>
                  </a:cubicBezTo>
                  <a:cubicBezTo>
                    <a:pt x="-3001" y="64022"/>
                    <a:pt x="16204" y="57456"/>
                    <a:pt x="28532" y="49237"/>
                  </a:cubicBezTo>
                  <a:cubicBezTo>
                    <a:pt x="59012" y="51582"/>
                    <a:pt x="89638" y="52479"/>
                    <a:pt x="119972" y="56271"/>
                  </a:cubicBezTo>
                  <a:cubicBezTo>
                    <a:pt x="127329" y="57191"/>
                    <a:pt x="133944" y="61268"/>
                    <a:pt x="141073" y="63305"/>
                  </a:cubicBezTo>
                  <a:cubicBezTo>
                    <a:pt x="150368" y="65961"/>
                    <a:pt x="159949" y="67560"/>
                    <a:pt x="169209" y="70338"/>
                  </a:cubicBezTo>
                  <a:cubicBezTo>
                    <a:pt x="183412" y="74599"/>
                    <a:pt x="196837" y="81673"/>
                    <a:pt x="211412" y="84406"/>
                  </a:cubicBezTo>
                  <a:cubicBezTo>
                    <a:pt x="234571" y="88748"/>
                    <a:pt x="258304" y="89095"/>
                    <a:pt x="281750" y="91440"/>
                  </a:cubicBezTo>
                  <a:cubicBezTo>
                    <a:pt x="314575" y="89095"/>
                    <a:pt x="351249" y="100008"/>
                    <a:pt x="380224" y="84406"/>
                  </a:cubicBezTo>
                  <a:cubicBezTo>
                    <a:pt x="392781" y="77645"/>
                    <a:pt x="377700" y="55733"/>
                    <a:pt x="373190" y="42203"/>
                  </a:cubicBezTo>
                  <a:cubicBezTo>
                    <a:pt x="364384" y="15787"/>
                    <a:pt x="358920" y="23024"/>
                    <a:pt x="338021" y="14068"/>
                  </a:cubicBezTo>
                  <a:cubicBezTo>
                    <a:pt x="328383" y="9938"/>
                    <a:pt x="319264" y="4689"/>
                    <a:pt x="309885" y="0"/>
                  </a:cubicBezTo>
                  <a:cubicBezTo>
                    <a:pt x="293473" y="2345"/>
                    <a:pt x="275203" y="-905"/>
                    <a:pt x="260649" y="7034"/>
                  </a:cubicBezTo>
                  <a:cubicBezTo>
                    <a:pt x="247469" y="14223"/>
                    <a:pt x="241122" y="29904"/>
                    <a:pt x="232513" y="42203"/>
                  </a:cubicBezTo>
                  <a:cubicBezTo>
                    <a:pt x="159975" y="145828"/>
                    <a:pt x="257995" y="11455"/>
                    <a:pt x="197344" y="112541"/>
                  </a:cubicBezTo>
                  <a:cubicBezTo>
                    <a:pt x="189620" y="125415"/>
                    <a:pt x="178587" y="135988"/>
                    <a:pt x="169209" y="147711"/>
                  </a:cubicBezTo>
                  <a:cubicBezTo>
                    <a:pt x="151529" y="200749"/>
                    <a:pt x="175378" y="135372"/>
                    <a:pt x="148107" y="189914"/>
                  </a:cubicBezTo>
                  <a:cubicBezTo>
                    <a:pt x="142460" y="201207"/>
                    <a:pt x="139167" y="213545"/>
                    <a:pt x="134039" y="225083"/>
                  </a:cubicBezTo>
                  <a:cubicBezTo>
                    <a:pt x="129781" y="234665"/>
                    <a:pt x="119972" y="253218"/>
                    <a:pt x="119972" y="25321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58293B8-C2AA-CA2E-CBFF-201AAAB8F25C}"/>
                </a:ext>
              </a:extLst>
            </p:cNvPr>
            <p:cNvSpPr txBox="1"/>
            <p:nvPr/>
          </p:nvSpPr>
          <p:spPr>
            <a:xfrm>
              <a:off x="1573644" y="2058375"/>
              <a:ext cx="8005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03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0AF33A3-5D8D-7541-2D35-D6DC34C9097D}"/>
                </a:ext>
              </a:extLst>
            </p:cNvPr>
            <p:cNvSpPr txBox="1"/>
            <p:nvPr/>
          </p:nvSpPr>
          <p:spPr>
            <a:xfrm>
              <a:off x="1342569" y="4268877"/>
              <a:ext cx="1262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1622C8A-E1BA-9B5B-AA54-8AB5D34A3A32}"/>
                </a:ext>
              </a:extLst>
            </p:cNvPr>
            <p:cNvSpPr txBox="1"/>
            <p:nvPr/>
          </p:nvSpPr>
          <p:spPr>
            <a:xfrm>
              <a:off x="1093221" y="5120377"/>
              <a:ext cx="176348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Lorem ipsum dolor sit amet, consectetuer adipiscing elit. Maecenas </a:t>
              </a:r>
              <a:r>
                <a:rPr lang="en-US" sz="1050" dirty="0" err="1"/>
                <a:t>porttitor</a:t>
              </a:r>
              <a:endParaRPr lang="en-US" sz="1050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04BE831-AA15-2931-2BD6-7B3E0912A644}"/>
              </a:ext>
            </a:extLst>
          </p:cNvPr>
          <p:cNvGrpSpPr/>
          <p:nvPr/>
        </p:nvGrpSpPr>
        <p:grpSpPr>
          <a:xfrm>
            <a:off x="9438797" y="618978"/>
            <a:ext cx="1950010" cy="5773611"/>
            <a:chOff x="998937" y="618978"/>
            <a:chExt cx="1950010" cy="5773611"/>
          </a:xfrm>
          <a:effectLst>
            <a:reflection blurRad="6350" stA="50000" endA="300" endPos="38500" dist="50800" dir="5400000" sy="-100000" algn="bl" rotWithShape="0"/>
          </a:effectLst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11E40CB7-C220-56F5-F5B1-5E7A93ECAE1E}"/>
                </a:ext>
              </a:extLst>
            </p:cNvPr>
            <p:cNvCxnSpPr/>
            <p:nvPr/>
          </p:nvCxnSpPr>
          <p:spPr>
            <a:xfrm>
              <a:off x="1973942" y="2959498"/>
              <a:ext cx="0" cy="136044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7BDBA1A-0A93-63C5-7409-EA797EC1D2A2}"/>
                </a:ext>
              </a:extLst>
            </p:cNvPr>
            <p:cNvSpPr/>
            <p:nvPr/>
          </p:nvSpPr>
          <p:spPr>
            <a:xfrm rot="8100000">
              <a:off x="1366575" y="1795077"/>
              <a:ext cx="1214736" cy="1214736"/>
            </a:xfrm>
            <a:custGeom>
              <a:avLst/>
              <a:gdLst>
                <a:gd name="connsiteX0" fmla="*/ 178862 w 1214736"/>
                <a:gd name="connsiteY0" fmla="*/ 1035876 h 1214736"/>
                <a:gd name="connsiteX1" fmla="*/ 275366 w 1214736"/>
                <a:gd name="connsiteY1" fmla="*/ 1035876 h 1214736"/>
                <a:gd name="connsiteX2" fmla="*/ 275366 w 1214736"/>
                <a:gd name="connsiteY2" fmla="*/ 939371 h 1214736"/>
                <a:gd name="connsiteX3" fmla="*/ 178862 w 1214736"/>
                <a:gd name="connsiteY3" fmla="*/ 939371 h 1214736"/>
                <a:gd name="connsiteX4" fmla="*/ 178862 w 1214736"/>
                <a:gd name="connsiteY4" fmla="*/ 1035876 h 1214736"/>
                <a:gd name="connsiteX5" fmla="*/ 142027 w 1214736"/>
                <a:gd name="connsiteY5" fmla="*/ 1072709 h 1214736"/>
                <a:gd name="connsiteX6" fmla="*/ 0 w 1214736"/>
                <a:gd name="connsiteY6" fmla="*/ 729827 h 1214736"/>
                <a:gd name="connsiteX7" fmla="*/ 484909 w 1214736"/>
                <a:gd name="connsiteY7" fmla="*/ 244918 h 1214736"/>
                <a:gd name="connsiteX8" fmla="*/ 1214736 w 1214736"/>
                <a:gd name="connsiteY8" fmla="*/ 0 h 1214736"/>
                <a:gd name="connsiteX9" fmla="*/ 969818 w 1214736"/>
                <a:gd name="connsiteY9" fmla="*/ 729827 h 1214736"/>
                <a:gd name="connsiteX10" fmla="*/ 484909 w 1214736"/>
                <a:gd name="connsiteY10" fmla="*/ 1214736 h 1214736"/>
                <a:gd name="connsiteX11" fmla="*/ 142027 w 1214736"/>
                <a:gd name="connsiteY11" fmla="*/ 1072709 h 1214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4736" h="1214736">
                  <a:moveTo>
                    <a:pt x="178862" y="1035876"/>
                  </a:moveTo>
                  <a:cubicBezTo>
                    <a:pt x="205511" y="1062524"/>
                    <a:pt x="248718" y="1062524"/>
                    <a:pt x="275366" y="1035876"/>
                  </a:cubicBezTo>
                  <a:cubicBezTo>
                    <a:pt x="302015" y="1009227"/>
                    <a:pt x="302015" y="966020"/>
                    <a:pt x="275366" y="939371"/>
                  </a:cubicBezTo>
                  <a:cubicBezTo>
                    <a:pt x="248718" y="912722"/>
                    <a:pt x="205511" y="912722"/>
                    <a:pt x="178862" y="939371"/>
                  </a:cubicBezTo>
                  <a:cubicBezTo>
                    <a:pt x="152213" y="966020"/>
                    <a:pt x="152213" y="1009227"/>
                    <a:pt x="178862" y="1035876"/>
                  </a:cubicBezTo>
                  <a:close/>
                  <a:moveTo>
                    <a:pt x="142027" y="1072709"/>
                  </a:moveTo>
                  <a:cubicBezTo>
                    <a:pt x="54275" y="984958"/>
                    <a:pt x="0" y="863731"/>
                    <a:pt x="0" y="729827"/>
                  </a:cubicBezTo>
                  <a:cubicBezTo>
                    <a:pt x="0" y="462019"/>
                    <a:pt x="217101" y="244918"/>
                    <a:pt x="484909" y="244918"/>
                  </a:cubicBezTo>
                  <a:cubicBezTo>
                    <a:pt x="728184" y="244918"/>
                    <a:pt x="971460" y="163279"/>
                    <a:pt x="1214736" y="0"/>
                  </a:cubicBezTo>
                  <a:cubicBezTo>
                    <a:pt x="1051457" y="243276"/>
                    <a:pt x="969818" y="486552"/>
                    <a:pt x="969818" y="729827"/>
                  </a:cubicBezTo>
                  <a:cubicBezTo>
                    <a:pt x="969818" y="997635"/>
                    <a:pt x="752717" y="1214736"/>
                    <a:pt x="484909" y="1214736"/>
                  </a:cubicBezTo>
                  <a:cubicBezTo>
                    <a:pt x="351005" y="1214736"/>
                    <a:pt x="229778" y="1160461"/>
                    <a:pt x="142027" y="1072709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Left Brace 117">
              <a:extLst>
                <a:ext uri="{FF2B5EF4-FFF2-40B4-BE49-F238E27FC236}">
                  <a16:creationId xmlns:a16="http://schemas.microsoft.com/office/drawing/2014/main" id="{BA064D64-2834-A4AC-00A0-4EF9F72D28A6}"/>
                </a:ext>
              </a:extLst>
            </p:cNvPr>
            <p:cNvSpPr/>
            <p:nvPr/>
          </p:nvSpPr>
          <p:spPr>
            <a:xfrm rot="5400000">
              <a:off x="1592942" y="3290912"/>
              <a:ext cx="762000" cy="1950009"/>
            </a:xfrm>
            <a:prstGeom prst="leftBrace">
              <a:avLst>
                <a:gd name="adj1" fmla="val 30151"/>
                <a:gd name="adj2" fmla="val 5000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BD58D221-547A-196F-4884-7F0134567D10}"/>
                </a:ext>
              </a:extLst>
            </p:cNvPr>
            <p:cNvSpPr/>
            <p:nvPr/>
          </p:nvSpPr>
          <p:spPr>
            <a:xfrm>
              <a:off x="998937" y="4646917"/>
              <a:ext cx="1950010" cy="17456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1863FFA-5816-D71D-DFBA-032BB5A8D284}"/>
                </a:ext>
              </a:extLst>
            </p:cNvPr>
            <p:cNvSpPr/>
            <p:nvPr/>
          </p:nvSpPr>
          <p:spPr>
            <a:xfrm>
              <a:off x="1870034" y="3469210"/>
              <a:ext cx="207818" cy="207818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8264E483-4C2C-E628-81DF-4251F47A2B10}"/>
                </a:ext>
              </a:extLst>
            </p:cNvPr>
            <p:cNvSpPr/>
            <p:nvPr/>
          </p:nvSpPr>
          <p:spPr>
            <a:xfrm>
              <a:off x="1934308" y="618978"/>
              <a:ext cx="45719" cy="1259059"/>
            </a:xfrm>
            <a:custGeom>
              <a:avLst/>
              <a:gdLst>
                <a:gd name="connsiteX0" fmla="*/ 0 w 70338"/>
                <a:gd name="connsiteY0" fmla="*/ 0 h 1248144"/>
                <a:gd name="connsiteX1" fmla="*/ 42203 w 70338"/>
                <a:gd name="connsiteY1" fmla="*/ 91440 h 1248144"/>
                <a:gd name="connsiteX2" fmla="*/ 49237 w 70338"/>
                <a:gd name="connsiteY2" fmla="*/ 133644 h 1248144"/>
                <a:gd name="connsiteX3" fmla="*/ 56270 w 70338"/>
                <a:gd name="connsiteY3" fmla="*/ 189914 h 1248144"/>
                <a:gd name="connsiteX4" fmla="*/ 63304 w 70338"/>
                <a:gd name="connsiteY4" fmla="*/ 239151 h 1248144"/>
                <a:gd name="connsiteX5" fmla="*/ 56270 w 70338"/>
                <a:gd name="connsiteY5" fmla="*/ 506437 h 1248144"/>
                <a:gd name="connsiteX6" fmla="*/ 70338 w 70338"/>
                <a:gd name="connsiteY6" fmla="*/ 984739 h 1248144"/>
                <a:gd name="connsiteX7" fmla="*/ 63304 w 70338"/>
                <a:gd name="connsiteY7" fmla="*/ 1146517 h 1248144"/>
                <a:gd name="connsiteX8" fmla="*/ 42203 w 70338"/>
                <a:gd name="connsiteY8" fmla="*/ 1237957 h 1248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338" h="1248144">
                  <a:moveTo>
                    <a:pt x="0" y="0"/>
                  </a:moveTo>
                  <a:cubicBezTo>
                    <a:pt x="31275" y="78188"/>
                    <a:pt x="14127" y="49328"/>
                    <a:pt x="42203" y="91440"/>
                  </a:cubicBezTo>
                  <a:cubicBezTo>
                    <a:pt x="44548" y="105508"/>
                    <a:pt x="47220" y="119525"/>
                    <a:pt x="49237" y="133644"/>
                  </a:cubicBezTo>
                  <a:cubicBezTo>
                    <a:pt x="51910" y="152357"/>
                    <a:pt x="53772" y="171177"/>
                    <a:pt x="56270" y="189914"/>
                  </a:cubicBezTo>
                  <a:cubicBezTo>
                    <a:pt x="58461" y="206348"/>
                    <a:pt x="60959" y="222739"/>
                    <a:pt x="63304" y="239151"/>
                  </a:cubicBezTo>
                  <a:cubicBezTo>
                    <a:pt x="60959" y="328246"/>
                    <a:pt x="56270" y="417311"/>
                    <a:pt x="56270" y="506437"/>
                  </a:cubicBezTo>
                  <a:cubicBezTo>
                    <a:pt x="56270" y="937531"/>
                    <a:pt x="27367" y="812862"/>
                    <a:pt x="70338" y="984739"/>
                  </a:cubicBezTo>
                  <a:cubicBezTo>
                    <a:pt x="67993" y="1038665"/>
                    <a:pt x="69433" y="1092889"/>
                    <a:pt x="63304" y="1146517"/>
                  </a:cubicBezTo>
                  <a:cubicBezTo>
                    <a:pt x="41634" y="1336129"/>
                    <a:pt x="42203" y="1193602"/>
                    <a:pt x="42203" y="1237957"/>
                  </a:cubicBezTo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CF90FC0-611B-569F-B72F-0CFFE826DDF7}"/>
                </a:ext>
              </a:extLst>
            </p:cNvPr>
            <p:cNvSpPr/>
            <p:nvPr/>
          </p:nvSpPr>
          <p:spPr>
            <a:xfrm>
              <a:off x="1751328" y="1648711"/>
              <a:ext cx="385110" cy="253218"/>
            </a:xfrm>
            <a:custGeom>
              <a:avLst/>
              <a:gdLst>
                <a:gd name="connsiteX0" fmla="*/ 204378 w 385110"/>
                <a:gd name="connsiteY0" fmla="*/ 112541 h 253218"/>
                <a:gd name="connsiteX1" fmla="*/ 14464 w 385110"/>
                <a:gd name="connsiteY1" fmla="*/ 105508 h 253218"/>
                <a:gd name="connsiteX2" fmla="*/ 396 w 385110"/>
                <a:gd name="connsiteY2" fmla="*/ 84406 h 253218"/>
                <a:gd name="connsiteX3" fmla="*/ 28532 w 385110"/>
                <a:gd name="connsiteY3" fmla="*/ 49237 h 253218"/>
                <a:gd name="connsiteX4" fmla="*/ 119972 w 385110"/>
                <a:gd name="connsiteY4" fmla="*/ 56271 h 253218"/>
                <a:gd name="connsiteX5" fmla="*/ 141073 w 385110"/>
                <a:gd name="connsiteY5" fmla="*/ 63305 h 253218"/>
                <a:gd name="connsiteX6" fmla="*/ 169209 w 385110"/>
                <a:gd name="connsiteY6" fmla="*/ 70338 h 253218"/>
                <a:gd name="connsiteX7" fmla="*/ 211412 w 385110"/>
                <a:gd name="connsiteY7" fmla="*/ 84406 h 253218"/>
                <a:gd name="connsiteX8" fmla="*/ 281750 w 385110"/>
                <a:gd name="connsiteY8" fmla="*/ 91440 h 253218"/>
                <a:gd name="connsiteX9" fmla="*/ 380224 w 385110"/>
                <a:gd name="connsiteY9" fmla="*/ 84406 h 253218"/>
                <a:gd name="connsiteX10" fmla="*/ 373190 w 385110"/>
                <a:gd name="connsiteY10" fmla="*/ 42203 h 253218"/>
                <a:gd name="connsiteX11" fmla="*/ 338021 w 385110"/>
                <a:gd name="connsiteY11" fmla="*/ 14068 h 253218"/>
                <a:gd name="connsiteX12" fmla="*/ 309885 w 385110"/>
                <a:gd name="connsiteY12" fmla="*/ 0 h 253218"/>
                <a:gd name="connsiteX13" fmla="*/ 260649 w 385110"/>
                <a:gd name="connsiteY13" fmla="*/ 7034 h 253218"/>
                <a:gd name="connsiteX14" fmla="*/ 232513 w 385110"/>
                <a:gd name="connsiteY14" fmla="*/ 42203 h 253218"/>
                <a:gd name="connsiteX15" fmla="*/ 197344 w 385110"/>
                <a:gd name="connsiteY15" fmla="*/ 112541 h 253218"/>
                <a:gd name="connsiteX16" fmla="*/ 169209 w 385110"/>
                <a:gd name="connsiteY16" fmla="*/ 147711 h 253218"/>
                <a:gd name="connsiteX17" fmla="*/ 148107 w 385110"/>
                <a:gd name="connsiteY17" fmla="*/ 189914 h 253218"/>
                <a:gd name="connsiteX18" fmla="*/ 134039 w 385110"/>
                <a:gd name="connsiteY18" fmla="*/ 225083 h 253218"/>
                <a:gd name="connsiteX19" fmla="*/ 119972 w 385110"/>
                <a:gd name="connsiteY19" fmla="*/ 253218 h 25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5110" h="253218">
                  <a:moveTo>
                    <a:pt x="204378" y="112541"/>
                  </a:moveTo>
                  <a:cubicBezTo>
                    <a:pt x="141073" y="110197"/>
                    <a:pt x="77218" y="114164"/>
                    <a:pt x="14464" y="105508"/>
                  </a:cubicBezTo>
                  <a:cubicBezTo>
                    <a:pt x="6089" y="104353"/>
                    <a:pt x="1786" y="92745"/>
                    <a:pt x="396" y="84406"/>
                  </a:cubicBezTo>
                  <a:cubicBezTo>
                    <a:pt x="-3001" y="64022"/>
                    <a:pt x="16204" y="57456"/>
                    <a:pt x="28532" y="49237"/>
                  </a:cubicBezTo>
                  <a:cubicBezTo>
                    <a:pt x="59012" y="51582"/>
                    <a:pt x="89638" y="52479"/>
                    <a:pt x="119972" y="56271"/>
                  </a:cubicBezTo>
                  <a:cubicBezTo>
                    <a:pt x="127329" y="57191"/>
                    <a:pt x="133944" y="61268"/>
                    <a:pt x="141073" y="63305"/>
                  </a:cubicBezTo>
                  <a:cubicBezTo>
                    <a:pt x="150368" y="65961"/>
                    <a:pt x="159949" y="67560"/>
                    <a:pt x="169209" y="70338"/>
                  </a:cubicBezTo>
                  <a:cubicBezTo>
                    <a:pt x="183412" y="74599"/>
                    <a:pt x="196837" y="81673"/>
                    <a:pt x="211412" y="84406"/>
                  </a:cubicBezTo>
                  <a:cubicBezTo>
                    <a:pt x="234571" y="88748"/>
                    <a:pt x="258304" y="89095"/>
                    <a:pt x="281750" y="91440"/>
                  </a:cubicBezTo>
                  <a:cubicBezTo>
                    <a:pt x="314575" y="89095"/>
                    <a:pt x="351249" y="100008"/>
                    <a:pt x="380224" y="84406"/>
                  </a:cubicBezTo>
                  <a:cubicBezTo>
                    <a:pt x="392781" y="77645"/>
                    <a:pt x="377700" y="55733"/>
                    <a:pt x="373190" y="42203"/>
                  </a:cubicBezTo>
                  <a:cubicBezTo>
                    <a:pt x="364384" y="15787"/>
                    <a:pt x="358920" y="23024"/>
                    <a:pt x="338021" y="14068"/>
                  </a:cubicBezTo>
                  <a:cubicBezTo>
                    <a:pt x="328383" y="9938"/>
                    <a:pt x="319264" y="4689"/>
                    <a:pt x="309885" y="0"/>
                  </a:cubicBezTo>
                  <a:cubicBezTo>
                    <a:pt x="293473" y="2345"/>
                    <a:pt x="275203" y="-905"/>
                    <a:pt x="260649" y="7034"/>
                  </a:cubicBezTo>
                  <a:cubicBezTo>
                    <a:pt x="247469" y="14223"/>
                    <a:pt x="241122" y="29904"/>
                    <a:pt x="232513" y="42203"/>
                  </a:cubicBezTo>
                  <a:cubicBezTo>
                    <a:pt x="159975" y="145828"/>
                    <a:pt x="257995" y="11455"/>
                    <a:pt x="197344" y="112541"/>
                  </a:cubicBezTo>
                  <a:cubicBezTo>
                    <a:pt x="189620" y="125415"/>
                    <a:pt x="178587" y="135988"/>
                    <a:pt x="169209" y="147711"/>
                  </a:cubicBezTo>
                  <a:cubicBezTo>
                    <a:pt x="151529" y="200749"/>
                    <a:pt x="175378" y="135372"/>
                    <a:pt x="148107" y="189914"/>
                  </a:cubicBezTo>
                  <a:cubicBezTo>
                    <a:pt x="142460" y="201207"/>
                    <a:pt x="139167" y="213545"/>
                    <a:pt x="134039" y="225083"/>
                  </a:cubicBezTo>
                  <a:cubicBezTo>
                    <a:pt x="129781" y="234665"/>
                    <a:pt x="119972" y="253218"/>
                    <a:pt x="119972" y="253218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0A45C73-3180-5EC6-DCE1-C9FD533299BA}"/>
                </a:ext>
              </a:extLst>
            </p:cNvPr>
            <p:cNvSpPr txBox="1"/>
            <p:nvPr/>
          </p:nvSpPr>
          <p:spPr>
            <a:xfrm>
              <a:off x="1573644" y="2058375"/>
              <a:ext cx="8005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04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89717F8-961C-AF41-9C17-2815F732EAB9}"/>
                </a:ext>
              </a:extLst>
            </p:cNvPr>
            <p:cNvSpPr txBox="1"/>
            <p:nvPr/>
          </p:nvSpPr>
          <p:spPr>
            <a:xfrm>
              <a:off x="1342569" y="4268877"/>
              <a:ext cx="12627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TITLE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E37FA308-4625-7E5E-6D7C-808DF22E08DE}"/>
                </a:ext>
              </a:extLst>
            </p:cNvPr>
            <p:cNvSpPr txBox="1"/>
            <p:nvPr/>
          </p:nvSpPr>
          <p:spPr>
            <a:xfrm>
              <a:off x="1093221" y="5120377"/>
              <a:ext cx="1763488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Lorem ipsum dolor sit amet, consectetuer adipiscing elit. Maecenas </a:t>
              </a:r>
              <a:r>
                <a:rPr lang="en-US" sz="1050" dirty="0" err="1"/>
                <a:t>porttitor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20627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3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4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2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5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6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28A0B12F-8D51-0822-A28D-E4F8FDEF78C4}"/>
              </a:ext>
            </a:extLst>
          </p:cNvPr>
          <p:cNvGrpSpPr/>
          <p:nvPr/>
        </p:nvGrpSpPr>
        <p:grpSpPr>
          <a:xfrm>
            <a:off x="905510" y="0"/>
            <a:ext cx="1526829" cy="4978402"/>
            <a:chOff x="905510" y="0"/>
            <a:chExt cx="1526829" cy="4978402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C656B6-6F30-DC25-68EF-33A021BFA4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4404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F5F68E7-D829-0892-35C7-C3B07D088FDF}"/>
                </a:ext>
              </a:extLst>
            </p:cNvPr>
            <p:cNvSpPr/>
            <p:nvPr/>
          </p:nvSpPr>
          <p:spPr>
            <a:xfrm rot="8100000">
              <a:off x="1168032" y="1102827"/>
              <a:ext cx="1001786" cy="1001786"/>
            </a:xfrm>
            <a:custGeom>
              <a:avLst/>
              <a:gdLst>
                <a:gd name="connsiteX0" fmla="*/ 145862 w 1001786"/>
                <a:gd name="connsiteY0" fmla="*/ 868259 h 1001786"/>
                <a:gd name="connsiteX1" fmla="*/ 215960 w 1001786"/>
                <a:gd name="connsiteY1" fmla="*/ 868259 h 1001786"/>
                <a:gd name="connsiteX2" fmla="*/ 215960 w 1001786"/>
                <a:gd name="connsiteY2" fmla="*/ 798161 h 1001786"/>
                <a:gd name="connsiteX3" fmla="*/ 145862 w 1001786"/>
                <a:gd name="connsiteY3" fmla="*/ 798161 h 1001786"/>
                <a:gd name="connsiteX4" fmla="*/ 145862 w 1001786"/>
                <a:gd name="connsiteY4" fmla="*/ 868259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45862" y="868259"/>
                  </a:moveTo>
                  <a:cubicBezTo>
                    <a:pt x="165219" y="887616"/>
                    <a:pt x="196603" y="887616"/>
                    <a:pt x="215960" y="868259"/>
                  </a:cubicBezTo>
                  <a:cubicBezTo>
                    <a:pt x="235317" y="848902"/>
                    <a:pt x="235317" y="817518"/>
                    <a:pt x="215960" y="798161"/>
                  </a:cubicBezTo>
                  <a:cubicBezTo>
                    <a:pt x="196603" y="778804"/>
                    <a:pt x="165219" y="778804"/>
                    <a:pt x="145862" y="798161"/>
                  </a:cubicBezTo>
                  <a:cubicBezTo>
                    <a:pt x="126504" y="817518"/>
                    <a:pt x="126504" y="848902"/>
                    <a:pt x="145862" y="868259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DDBA0C-A623-84F4-E648-590112F2A0C6}"/>
                </a:ext>
              </a:extLst>
            </p:cNvPr>
            <p:cNvGrpSpPr/>
            <p:nvPr/>
          </p:nvGrpSpPr>
          <p:grpSpPr>
            <a:xfrm>
              <a:off x="905510" y="3022602"/>
              <a:ext cx="1526829" cy="1955800"/>
              <a:chOff x="1116185" y="2848429"/>
              <a:chExt cx="1526829" cy="1955800"/>
            </a:xfrm>
          </p:grpSpPr>
          <p:sp>
            <p:nvSpPr>
              <p:cNvPr id="6" name="Right Brace 5">
                <a:extLst>
                  <a:ext uri="{FF2B5EF4-FFF2-40B4-BE49-F238E27FC236}">
                    <a16:creationId xmlns:a16="http://schemas.microsoft.com/office/drawing/2014/main" id="{E01AA450-AF9E-0A27-B089-AEB09F8044A6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: Top Corners Rounded 6">
                <a:extLst>
                  <a:ext uri="{FF2B5EF4-FFF2-40B4-BE49-F238E27FC236}">
                    <a16:creationId xmlns:a16="http://schemas.microsoft.com/office/drawing/2014/main" id="{B3F918BB-3B91-1320-6956-1783F36C2961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2F52511-B701-E4AB-0D07-56110F017D59}"/>
                </a:ext>
              </a:extLst>
            </p:cNvPr>
            <p:cNvSpPr/>
            <p:nvPr/>
          </p:nvSpPr>
          <p:spPr>
            <a:xfrm>
              <a:off x="1563059" y="2567270"/>
              <a:ext cx="211730" cy="21173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601111B-E4A5-C3A7-6E8F-517DB413191D}"/>
                </a:ext>
              </a:extLst>
            </p:cNvPr>
            <p:cNvSpPr txBox="1"/>
            <p:nvPr/>
          </p:nvSpPr>
          <p:spPr>
            <a:xfrm>
              <a:off x="1272696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550C75A-7FC3-8030-9EC4-C15BB811D0D5}"/>
                </a:ext>
              </a:extLst>
            </p:cNvPr>
            <p:cNvSpPr txBox="1"/>
            <p:nvPr/>
          </p:nvSpPr>
          <p:spPr>
            <a:xfrm>
              <a:off x="1063350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18959F-D273-68AB-2B2C-C4CF29F4083D}"/>
                </a:ext>
              </a:extLst>
            </p:cNvPr>
            <p:cNvSpPr txBox="1"/>
            <p:nvPr/>
          </p:nvSpPr>
          <p:spPr>
            <a:xfrm>
              <a:off x="963859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0E0180F-08CA-6716-22A4-9C843A20DA23}"/>
                </a:ext>
              </a:extLst>
            </p:cNvPr>
            <p:cNvGrpSpPr/>
            <p:nvPr/>
          </p:nvGrpSpPr>
          <p:grpSpPr>
            <a:xfrm>
              <a:off x="1574067" y="0"/>
              <a:ext cx="160027" cy="1178923"/>
              <a:chOff x="1574067" y="0"/>
              <a:chExt cx="160027" cy="1178923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0B8920B-9328-0FBA-8A3E-C750D5816651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F61E1B9-CB0F-D44D-884D-D86F9E221FE6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EBB4118-DFF5-6117-676B-10B32E45A66E}"/>
              </a:ext>
            </a:extLst>
          </p:cNvPr>
          <p:cNvGrpSpPr/>
          <p:nvPr/>
        </p:nvGrpSpPr>
        <p:grpSpPr>
          <a:xfrm>
            <a:off x="3176996" y="0"/>
            <a:ext cx="1526829" cy="4978402"/>
            <a:chOff x="3176996" y="0"/>
            <a:chExt cx="1526829" cy="4978402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E1547B-2C90-E3FC-EDB0-8B7277D23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5890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2F86E6B-6709-8AA3-A01F-763D49212820}"/>
                </a:ext>
              </a:extLst>
            </p:cNvPr>
            <p:cNvSpPr/>
            <p:nvPr/>
          </p:nvSpPr>
          <p:spPr>
            <a:xfrm rot="8100000">
              <a:off x="3439518" y="1102827"/>
              <a:ext cx="1001786" cy="1001786"/>
            </a:xfrm>
            <a:custGeom>
              <a:avLst/>
              <a:gdLst>
                <a:gd name="connsiteX0" fmla="*/ 163944 w 1001786"/>
                <a:gd name="connsiteY0" fmla="*/ 886341 h 1001786"/>
                <a:gd name="connsiteX1" fmla="*/ 234042 w 1001786"/>
                <a:gd name="connsiteY1" fmla="*/ 886341 h 1001786"/>
                <a:gd name="connsiteX2" fmla="*/ 234042 w 1001786"/>
                <a:gd name="connsiteY2" fmla="*/ 816243 h 1001786"/>
                <a:gd name="connsiteX3" fmla="*/ 163944 w 1001786"/>
                <a:gd name="connsiteY3" fmla="*/ 816243 h 1001786"/>
                <a:gd name="connsiteX4" fmla="*/ 163944 w 1001786"/>
                <a:gd name="connsiteY4" fmla="*/ 886341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63944" y="886341"/>
                  </a:moveTo>
                  <a:cubicBezTo>
                    <a:pt x="183301" y="905698"/>
                    <a:pt x="214685" y="905698"/>
                    <a:pt x="234042" y="886341"/>
                  </a:cubicBezTo>
                  <a:cubicBezTo>
                    <a:pt x="253399" y="866984"/>
                    <a:pt x="253399" y="835600"/>
                    <a:pt x="234042" y="816243"/>
                  </a:cubicBezTo>
                  <a:cubicBezTo>
                    <a:pt x="214685" y="796886"/>
                    <a:pt x="183301" y="796886"/>
                    <a:pt x="163944" y="816243"/>
                  </a:cubicBezTo>
                  <a:cubicBezTo>
                    <a:pt x="144587" y="835600"/>
                    <a:pt x="144587" y="866984"/>
                    <a:pt x="163944" y="886341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78E1D8B-06AE-2DAB-C087-0D1C1ADFAACC}"/>
                </a:ext>
              </a:extLst>
            </p:cNvPr>
            <p:cNvGrpSpPr/>
            <p:nvPr/>
          </p:nvGrpSpPr>
          <p:grpSpPr>
            <a:xfrm>
              <a:off x="3176996" y="3022602"/>
              <a:ext cx="1526829" cy="1955800"/>
              <a:chOff x="1116185" y="2848429"/>
              <a:chExt cx="1526829" cy="1955800"/>
            </a:xfrm>
          </p:grpSpPr>
          <p:sp>
            <p:nvSpPr>
              <p:cNvPr id="20" name="Right Brace 19">
                <a:extLst>
                  <a:ext uri="{FF2B5EF4-FFF2-40B4-BE49-F238E27FC236}">
                    <a16:creationId xmlns:a16="http://schemas.microsoft.com/office/drawing/2014/main" id="{A15FFF52-345A-6141-7515-1771B1E16604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Top Corners Rounded 20">
                <a:extLst>
                  <a:ext uri="{FF2B5EF4-FFF2-40B4-BE49-F238E27FC236}">
                    <a16:creationId xmlns:a16="http://schemas.microsoft.com/office/drawing/2014/main" id="{0778D16A-56A6-E41F-97B0-BAE6BB89092B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C22530A-971D-D68A-689F-80B54AF28421}"/>
                </a:ext>
              </a:extLst>
            </p:cNvPr>
            <p:cNvSpPr/>
            <p:nvPr/>
          </p:nvSpPr>
          <p:spPr>
            <a:xfrm>
              <a:off x="3834545" y="2567270"/>
              <a:ext cx="211730" cy="21173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CE42A00-275D-DD9C-0E4D-A9625C6B4D74}"/>
                </a:ext>
              </a:extLst>
            </p:cNvPr>
            <p:cNvSpPr txBox="1"/>
            <p:nvPr/>
          </p:nvSpPr>
          <p:spPr>
            <a:xfrm>
              <a:off x="3558702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105A3D2-FF03-B1FD-2013-D4719330C167}"/>
                </a:ext>
              </a:extLst>
            </p:cNvPr>
            <p:cNvSpPr txBox="1"/>
            <p:nvPr/>
          </p:nvSpPr>
          <p:spPr>
            <a:xfrm>
              <a:off x="3300544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874FD3C-901A-054A-6483-96E64D1EEAD7}"/>
                </a:ext>
              </a:extLst>
            </p:cNvPr>
            <p:cNvSpPr txBox="1"/>
            <p:nvPr/>
          </p:nvSpPr>
          <p:spPr>
            <a:xfrm>
              <a:off x="3201053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215CE0B-D7A6-0B9E-8FD8-55726FAD29B2}"/>
                </a:ext>
              </a:extLst>
            </p:cNvPr>
            <p:cNvGrpSpPr/>
            <p:nvPr/>
          </p:nvGrpSpPr>
          <p:grpSpPr>
            <a:xfrm>
              <a:off x="3805530" y="0"/>
              <a:ext cx="160027" cy="1178923"/>
              <a:chOff x="1574067" y="0"/>
              <a:chExt cx="160027" cy="1178923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A2D1D4D-13BA-D35F-8620-A028B0D89230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DA10E50-249B-1AF9-ECBC-C74F746A0112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A4C39AD-C24D-CFC2-3817-6CC5D0470155}"/>
              </a:ext>
            </a:extLst>
          </p:cNvPr>
          <p:cNvGrpSpPr/>
          <p:nvPr/>
        </p:nvGrpSpPr>
        <p:grpSpPr>
          <a:xfrm>
            <a:off x="5448482" y="0"/>
            <a:ext cx="1526829" cy="4978402"/>
            <a:chOff x="5448482" y="0"/>
            <a:chExt cx="1526829" cy="4978402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6FA4954-CA5F-D802-14A6-6AA3A1AB4D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376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BFA190B-FBCE-43D7-C146-7D470761913F}"/>
                </a:ext>
              </a:extLst>
            </p:cNvPr>
            <p:cNvSpPr/>
            <p:nvPr/>
          </p:nvSpPr>
          <p:spPr>
            <a:xfrm rot="8100000">
              <a:off x="5711004" y="1102827"/>
              <a:ext cx="1001786" cy="1001786"/>
            </a:xfrm>
            <a:custGeom>
              <a:avLst/>
              <a:gdLst>
                <a:gd name="connsiteX0" fmla="*/ 129461 w 1001786"/>
                <a:gd name="connsiteY0" fmla="*/ 851859 h 1001786"/>
                <a:gd name="connsiteX1" fmla="*/ 199559 w 1001786"/>
                <a:gd name="connsiteY1" fmla="*/ 851859 h 1001786"/>
                <a:gd name="connsiteX2" fmla="*/ 199559 w 1001786"/>
                <a:gd name="connsiteY2" fmla="*/ 781760 h 1001786"/>
                <a:gd name="connsiteX3" fmla="*/ 129461 w 1001786"/>
                <a:gd name="connsiteY3" fmla="*/ 781760 h 1001786"/>
                <a:gd name="connsiteX4" fmla="*/ 129461 w 1001786"/>
                <a:gd name="connsiteY4" fmla="*/ 851859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29461" y="851859"/>
                  </a:moveTo>
                  <a:cubicBezTo>
                    <a:pt x="148818" y="871216"/>
                    <a:pt x="180202" y="871216"/>
                    <a:pt x="199559" y="851859"/>
                  </a:cubicBezTo>
                  <a:cubicBezTo>
                    <a:pt x="218916" y="832502"/>
                    <a:pt x="218916" y="801117"/>
                    <a:pt x="199559" y="781760"/>
                  </a:cubicBezTo>
                  <a:cubicBezTo>
                    <a:pt x="180202" y="762403"/>
                    <a:pt x="148818" y="762403"/>
                    <a:pt x="129461" y="781760"/>
                  </a:cubicBezTo>
                  <a:cubicBezTo>
                    <a:pt x="110104" y="801117"/>
                    <a:pt x="110104" y="832502"/>
                    <a:pt x="129461" y="851859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CFAF145-406C-A00F-28F5-EB8535F8ED2B}"/>
                </a:ext>
              </a:extLst>
            </p:cNvPr>
            <p:cNvGrpSpPr/>
            <p:nvPr/>
          </p:nvGrpSpPr>
          <p:grpSpPr>
            <a:xfrm>
              <a:off x="5448482" y="3022602"/>
              <a:ext cx="1526829" cy="1955800"/>
              <a:chOff x="1116185" y="2848429"/>
              <a:chExt cx="1526829" cy="1955800"/>
            </a:xfrm>
          </p:grpSpPr>
          <p:sp>
            <p:nvSpPr>
              <p:cNvPr id="27" name="Right Brace 26">
                <a:extLst>
                  <a:ext uri="{FF2B5EF4-FFF2-40B4-BE49-F238E27FC236}">
                    <a16:creationId xmlns:a16="http://schemas.microsoft.com/office/drawing/2014/main" id="{42EEB316-4792-4DDF-FEF3-41D0B764D652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: Top Corners Rounded 27">
                <a:extLst>
                  <a:ext uri="{FF2B5EF4-FFF2-40B4-BE49-F238E27FC236}">
                    <a16:creationId xmlns:a16="http://schemas.microsoft.com/office/drawing/2014/main" id="{2291C3FF-D739-12D1-37F8-759585A5D20F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5E224E9-D8F3-DF6D-BA9A-DB95A5574672}"/>
                </a:ext>
              </a:extLst>
            </p:cNvPr>
            <p:cNvSpPr/>
            <p:nvPr/>
          </p:nvSpPr>
          <p:spPr>
            <a:xfrm>
              <a:off x="6106031" y="2567270"/>
              <a:ext cx="211730" cy="21173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CDAE41C-7A3C-B201-64DD-1D8964C2B3EB}"/>
                </a:ext>
              </a:extLst>
            </p:cNvPr>
            <p:cNvSpPr txBox="1"/>
            <p:nvPr/>
          </p:nvSpPr>
          <p:spPr>
            <a:xfrm>
              <a:off x="583018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03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EB633A-35A7-CC7D-E2C1-3C42CAA79057}"/>
                </a:ext>
              </a:extLst>
            </p:cNvPr>
            <p:cNvSpPr txBox="1"/>
            <p:nvPr/>
          </p:nvSpPr>
          <p:spPr>
            <a:xfrm>
              <a:off x="5591802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BEEE2EE-D06B-BF1E-9995-FD7856D6BC2A}"/>
                </a:ext>
              </a:extLst>
            </p:cNvPr>
            <p:cNvSpPr txBox="1"/>
            <p:nvPr/>
          </p:nvSpPr>
          <p:spPr>
            <a:xfrm>
              <a:off x="5492311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BD795F4-35CF-4289-B99D-9F46F083334D}"/>
                </a:ext>
              </a:extLst>
            </p:cNvPr>
            <p:cNvGrpSpPr/>
            <p:nvPr/>
          </p:nvGrpSpPr>
          <p:grpSpPr>
            <a:xfrm>
              <a:off x="6131881" y="0"/>
              <a:ext cx="160027" cy="1178923"/>
              <a:chOff x="1574067" y="0"/>
              <a:chExt cx="160027" cy="1178923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92EC4615-1D13-12A6-CDE9-721FFD2B0B69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6FCA51DD-E9D5-4344-17BC-47B2A146A7C2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9CE4281-11F8-E2C5-D8D9-FEAA40051E1D}"/>
              </a:ext>
            </a:extLst>
          </p:cNvPr>
          <p:cNvGrpSpPr/>
          <p:nvPr/>
        </p:nvGrpSpPr>
        <p:grpSpPr>
          <a:xfrm>
            <a:off x="7719968" y="0"/>
            <a:ext cx="1526829" cy="4978402"/>
            <a:chOff x="7719968" y="0"/>
            <a:chExt cx="1526829" cy="4978402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7A32AA-9D12-7DFA-D15C-AAAAE20BA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8862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004382E-2543-43B4-6145-2C0A0AAE1FC9}"/>
                </a:ext>
              </a:extLst>
            </p:cNvPr>
            <p:cNvSpPr/>
            <p:nvPr/>
          </p:nvSpPr>
          <p:spPr>
            <a:xfrm rot="8100000">
              <a:off x="7982490" y="1102827"/>
              <a:ext cx="1001786" cy="1001786"/>
            </a:xfrm>
            <a:custGeom>
              <a:avLst/>
              <a:gdLst>
                <a:gd name="connsiteX0" fmla="*/ 119193 w 1001786"/>
                <a:gd name="connsiteY0" fmla="*/ 841591 h 1001786"/>
                <a:gd name="connsiteX1" fmla="*/ 189291 w 1001786"/>
                <a:gd name="connsiteY1" fmla="*/ 841591 h 1001786"/>
                <a:gd name="connsiteX2" fmla="*/ 189291 w 1001786"/>
                <a:gd name="connsiteY2" fmla="*/ 771492 h 1001786"/>
                <a:gd name="connsiteX3" fmla="*/ 119193 w 1001786"/>
                <a:gd name="connsiteY3" fmla="*/ 771492 h 1001786"/>
                <a:gd name="connsiteX4" fmla="*/ 119193 w 1001786"/>
                <a:gd name="connsiteY4" fmla="*/ 841591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19193" y="841591"/>
                  </a:moveTo>
                  <a:cubicBezTo>
                    <a:pt x="138550" y="860948"/>
                    <a:pt x="169934" y="860948"/>
                    <a:pt x="189291" y="841591"/>
                  </a:cubicBezTo>
                  <a:cubicBezTo>
                    <a:pt x="208648" y="822234"/>
                    <a:pt x="208648" y="790849"/>
                    <a:pt x="189291" y="771492"/>
                  </a:cubicBezTo>
                  <a:cubicBezTo>
                    <a:pt x="169934" y="752135"/>
                    <a:pt x="138550" y="752135"/>
                    <a:pt x="119193" y="771492"/>
                  </a:cubicBezTo>
                  <a:cubicBezTo>
                    <a:pt x="99836" y="790849"/>
                    <a:pt x="99836" y="822234"/>
                    <a:pt x="119193" y="841591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45EEC2E-8A69-9195-865F-EDE2114E0017}"/>
                </a:ext>
              </a:extLst>
            </p:cNvPr>
            <p:cNvGrpSpPr/>
            <p:nvPr/>
          </p:nvGrpSpPr>
          <p:grpSpPr>
            <a:xfrm>
              <a:off x="7719968" y="3022602"/>
              <a:ext cx="1526829" cy="1955800"/>
              <a:chOff x="1116185" y="2848429"/>
              <a:chExt cx="1526829" cy="1955800"/>
            </a:xfrm>
          </p:grpSpPr>
          <p:sp>
            <p:nvSpPr>
              <p:cNvPr id="34" name="Right Brace 33">
                <a:extLst>
                  <a:ext uri="{FF2B5EF4-FFF2-40B4-BE49-F238E27FC236}">
                    <a16:creationId xmlns:a16="http://schemas.microsoft.com/office/drawing/2014/main" id="{B78434C6-6A2D-7303-05E1-DA5E191102B4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Top Corners Rounded 34">
                <a:extLst>
                  <a:ext uri="{FF2B5EF4-FFF2-40B4-BE49-F238E27FC236}">
                    <a16:creationId xmlns:a16="http://schemas.microsoft.com/office/drawing/2014/main" id="{139E2D42-756D-7F1A-44FF-292719461195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31B946A-63B1-5074-416D-2EE9ABEC43B8}"/>
                </a:ext>
              </a:extLst>
            </p:cNvPr>
            <p:cNvSpPr/>
            <p:nvPr/>
          </p:nvSpPr>
          <p:spPr>
            <a:xfrm>
              <a:off x="8377517" y="2567270"/>
              <a:ext cx="211730" cy="211730"/>
            </a:xfrm>
            <a:prstGeom prst="ellipse">
              <a:avLst/>
            </a:pr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317DA0-7EBD-1FED-FFFE-1926C1885460}"/>
                </a:ext>
              </a:extLst>
            </p:cNvPr>
            <p:cNvSpPr txBox="1"/>
            <p:nvPr/>
          </p:nvSpPr>
          <p:spPr>
            <a:xfrm>
              <a:off x="8101674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CF201B4-2078-2B37-731B-646B36D6EEE4}"/>
                </a:ext>
              </a:extLst>
            </p:cNvPr>
            <p:cNvSpPr txBox="1"/>
            <p:nvPr/>
          </p:nvSpPr>
          <p:spPr>
            <a:xfrm>
              <a:off x="7877809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0C7BBA6-60D5-B4A6-79C3-2B3CB77381E3}"/>
                </a:ext>
              </a:extLst>
            </p:cNvPr>
            <p:cNvSpPr txBox="1"/>
            <p:nvPr/>
          </p:nvSpPr>
          <p:spPr>
            <a:xfrm>
              <a:off x="7778318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F78C86A-6ADC-2D05-1EA5-2B797D569287}"/>
                </a:ext>
              </a:extLst>
            </p:cNvPr>
            <p:cNvGrpSpPr/>
            <p:nvPr/>
          </p:nvGrpSpPr>
          <p:grpSpPr>
            <a:xfrm>
              <a:off x="8425107" y="0"/>
              <a:ext cx="160027" cy="1178923"/>
              <a:chOff x="1574067" y="0"/>
              <a:chExt cx="160027" cy="1178923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83B88BD-46D8-31A1-7BB0-3B8EDE7D4081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E51E1F1-FA27-09FA-A2F4-068F8CB19E96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3055899-67FE-5521-4DF0-A91EBE14BFDB}"/>
              </a:ext>
            </a:extLst>
          </p:cNvPr>
          <p:cNvGrpSpPr/>
          <p:nvPr/>
        </p:nvGrpSpPr>
        <p:grpSpPr>
          <a:xfrm>
            <a:off x="9991452" y="0"/>
            <a:ext cx="1526829" cy="4978402"/>
            <a:chOff x="9991452" y="0"/>
            <a:chExt cx="1526829" cy="4978402"/>
          </a:xfrm>
          <a:effectLst>
            <a:reflection blurRad="76200" stA="47000" endPos="28000" dist="203200" dir="5400000" sy="-100000" algn="bl" rotWithShape="0"/>
          </a:effectLst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E5ED48-8F6A-8B60-B699-8B9BF016F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0346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1F50AF-57FC-9B34-4ACA-40F5F9C9156F}"/>
                </a:ext>
              </a:extLst>
            </p:cNvPr>
            <p:cNvSpPr/>
            <p:nvPr/>
          </p:nvSpPr>
          <p:spPr>
            <a:xfrm rot="8100000">
              <a:off x="10253974" y="1102827"/>
              <a:ext cx="1001786" cy="1001786"/>
            </a:xfrm>
            <a:custGeom>
              <a:avLst/>
              <a:gdLst>
                <a:gd name="connsiteX0" fmla="*/ 144828 w 1001786"/>
                <a:gd name="connsiteY0" fmla="*/ 867226 h 1001786"/>
                <a:gd name="connsiteX1" fmla="*/ 214927 w 1001786"/>
                <a:gd name="connsiteY1" fmla="*/ 867226 h 1001786"/>
                <a:gd name="connsiteX2" fmla="*/ 214927 w 1001786"/>
                <a:gd name="connsiteY2" fmla="*/ 797128 h 1001786"/>
                <a:gd name="connsiteX3" fmla="*/ 144828 w 1001786"/>
                <a:gd name="connsiteY3" fmla="*/ 797128 h 1001786"/>
                <a:gd name="connsiteX4" fmla="*/ 144828 w 1001786"/>
                <a:gd name="connsiteY4" fmla="*/ 867226 h 1001786"/>
                <a:gd name="connsiteX5" fmla="*/ 121158 w 1001786"/>
                <a:gd name="connsiteY5" fmla="*/ 880628 h 1001786"/>
                <a:gd name="connsiteX6" fmla="*/ 0 w 1001786"/>
                <a:gd name="connsiteY6" fmla="*/ 588129 h 1001786"/>
                <a:gd name="connsiteX7" fmla="*/ 413657 w 1001786"/>
                <a:gd name="connsiteY7" fmla="*/ 174472 h 1001786"/>
                <a:gd name="connsiteX8" fmla="*/ 1001786 w 1001786"/>
                <a:gd name="connsiteY8" fmla="*/ 0 h 1001786"/>
                <a:gd name="connsiteX9" fmla="*/ 827314 w 1001786"/>
                <a:gd name="connsiteY9" fmla="*/ 588129 h 1001786"/>
                <a:gd name="connsiteX10" fmla="*/ 413657 w 1001786"/>
                <a:gd name="connsiteY10" fmla="*/ 1001786 h 1001786"/>
                <a:gd name="connsiteX11" fmla="*/ 121158 w 1001786"/>
                <a:gd name="connsiteY11" fmla="*/ 880628 h 100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1786" h="1001786">
                  <a:moveTo>
                    <a:pt x="144828" y="867226"/>
                  </a:moveTo>
                  <a:cubicBezTo>
                    <a:pt x="164185" y="886583"/>
                    <a:pt x="195570" y="886583"/>
                    <a:pt x="214927" y="867226"/>
                  </a:cubicBezTo>
                  <a:cubicBezTo>
                    <a:pt x="234284" y="847869"/>
                    <a:pt x="234284" y="816485"/>
                    <a:pt x="214927" y="797128"/>
                  </a:cubicBezTo>
                  <a:cubicBezTo>
                    <a:pt x="195570" y="777771"/>
                    <a:pt x="164185" y="777771"/>
                    <a:pt x="144828" y="797128"/>
                  </a:cubicBezTo>
                  <a:cubicBezTo>
                    <a:pt x="125471" y="816485"/>
                    <a:pt x="125471" y="847869"/>
                    <a:pt x="144828" y="867226"/>
                  </a:cubicBezTo>
                  <a:close/>
                  <a:moveTo>
                    <a:pt x="121158" y="880628"/>
                  </a:moveTo>
                  <a:cubicBezTo>
                    <a:pt x="46300" y="805771"/>
                    <a:pt x="0" y="702357"/>
                    <a:pt x="0" y="588129"/>
                  </a:cubicBezTo>
                  <a:cubicBezTo>
                    <a:pt x="0" y="359673"/>
                    <a:pt x="185201" y="174472"/>
                    <a:pt x="413657" y="174472"/>
                  </a:cubicBezTo>
                  <a:cubicBezTo>
                    <a:pt x="609700" y="174472"/>
                    <a:pt x="805743" y="116315"/>
                    <a:pt x="1001786" y="0"/>
                  </a:cubicBezTo>
                  <a:cubicBezTo>
                    <a:pt x="885471" y="196043"/>
                    <a:pt x="827314" y="392086"/>
                    <a:pt x="827314" y="588129"/>
                  </a:cubicBezTo>
                  <a:cubicBezTo>
                    <a:pt x="827314" y="816585"/>
                    <a:pt x="642113" y="1001786"/>
                    <a:pt x="413657" y="1001786"/>
                  </a:cubicBezTo>
                  <a:cubicBezTo>
                    <a:pt x="299429" y="1001786"/>
                    <a:pt x="196015" y="955486"/>
                    <a:pt x="121158" y="880628"/>
                  </a:cubicBez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3D4B44F-19E0-1001-C882-195BEF3EE34F}"/>
                </a:ext>
              </a:extLst>
            </p:cNvPr>
            <p:cNvGrpSpPr/>
            <p:nvPr/>
          </p:nvGrpSpPr>
          <p:grpSpPr>
            <a:xfrm>
              <a:off x="9991452" y="3022602"/>
              <a:ext cx="1526829" cy="1955800"/>
              <a:chOff x="1116185" y="2848429"/>
              <a:chExt cx="1526829" cy="1955800"/>
            </a:xfrm>
          </p:grpSpPr>
          <p:sp>
            <p:nvSpPr>
              <p:cNvPr id="41" name="Right Brace 40">
                <a:extLst>
                  <a:ext uri="{FF2B5EF4-FFF2-40B4-BE49-F238E27FC236}">
                    <a16:creationId xmlns:a16="http://schemas.microsoft.com/office/drawing/2014/main" id="{10099F03-288E-BF0C-E0F3-B5669135DFF7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Top Corners Rounded 41">
                <a:extLst>
                  <a:ext uri="{FF2B5EF4-FFF2-40B4-BE49-F238E27FC236}">
                    <a16:creationId xmlns:a16="http://schemas.microsoft.com/office/drawing/2014/main" id="{40CC79BB-7800-5B51-3BCD-0C2D46384C8F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75165D6-3C54-E913-70E4-B7338B938512}"/>
                </a:ext>
              </a:extLst>
            </p:cNvPr>
            <p:cNvSpPr/>
            <p:nvPr/>
          </p:nvSpPr>
          <p:spPr>
            <a:xfrm>
              <a:off x="10649001" y="2567270"/>
              <a:ext cx="211730" cy="211730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34821E-3AA4-22EF-FCC2-CD1AB74EE718}"/>
                </a:ext>
              </a:extLst>
            </p:cNvPr>
            <p:cNvSpPr txBox="1"/>
            <p:nvPr/>
          </p:nvSpPr>
          <p:spPr>
            <a:xfrm>
              <a:off x="1037315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821D69-3C25-5920-3F8D-B796DDEAE95F}"/>
                </a:ext>
              </a:extLst>
            </p:cNvPr>
            <p:cNvSpPr txBox="1"/>
            <p:nvPr/>
          </p:nvSpPr>
          <p:spPr>
            <a:xfrm>
              <a:off x="10149293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6EBE0E7-80E1-EC4A-16C4-B3B4F88457B3}"/>
                </a:ext>
              </a:extLst>
            </p:cNvPr>
            <p:cNvSpPr txBox="1"/>
            <p:nvPr/>
          </p:nvSpPr>
          <p:spPr>
            <a:xfrm>
              <a:off x="10049802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C9032349-CF1A-34F4-7604-7CCF6513DB2A}"/>
                </a:ext>
              </a:extLst>
            </p:cNvPr>
            <p:cNvGrpSpPr/>
            <p:nvPr/>
          </p:nvGrpSpPr>
          <p:grpSpPr>
            <a:xfrm>
              <a:off x="10674851" y="0"/>
              <a:ext cx="160027" cy="1178923"/>
              <a:chOff x="1574067" y="0"/>
              <a:chExt cx="160027" cy="1178923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84E878F4-6FD2-F19C-88FE-839F7A156646}"/>
                  </a:ext>
                </a:extLst>
              </p:cNvPr>
              <p:cNvSpPr/>
              <p:nvPr/>
            </p:nvSpPr>
            <p:spPr>
              <a:xfrm>
                <a:off x="1650673" y="0"/>
                <a:ext cx="25808" cy="1116874"/>
              </a:xfrm>
              <a:custGeom>
                <a:avLst/>
                <a:gdLst>
                  <a:gd name="connsiteX0" fmla="*/ 1778 w 25808"/>
                  <a:gd name="connsiteY0" fmla="*/ 1116874 h 1116874"/>
                  <a:gd name="connsiteX1" fmla="*/ 1778 w 25808"/>
                  <a:gd name="connsiteY1" fmla="*/ 1116874 h 1116874"/>
                  <a:gd name="connsiteX2" fmla="*/ 8310 w 25808"/>
                  <a:gd name="connsiteY2" fmla="*/ 826226 h 1116874"/>
                  <a:gd name="connsiteX3" fmla="*/ 11576 w 25808"/>
                  <a:gd name="connsiteY3" fmla="*/ 809897 h 1116874"/>
                  <a:gd name="connsiteX4" fmla="*/ 14841 w 25808"/>
                  <a:gd name="connsiteY4" fmla="*/ 682534 h 1116874"/>
                  <a:gd name="connsiteX5" fmla="*/ 21373 w 25808"/>
                  <a:gd name="connsiteY5" fmla="*/ 591094 h 1116874"/>
                  <a:gd name="connsiteX6" fmla="*/ 24638 w 25808"/>
                  <a:gd name="connsiteY6" fmla="*/ 476794 h 1116874"/>
                  <a:gd name="connsiteX7" fmla="*/ 11576 w 25808"/>
                  <a:gd name="connsiteY7" fmla="*/ 91440 h 1116874"/>
                  <a:gd name="connsiteX8" fmla="*/ 8310 w 25808"/>
                  <a:gd name="connsiteY8" fmla="*/ 0 h 1116874"/>
                  <a:gd name="connsiteX9" fmla="*/ 8310 w 25808"/>
                  <a:gd name="connsiteY9" fmla="*/ 0 h 111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808" h="1116874">
                    <a:moveTo>
                      <a:pt x="1778" y="1116874"/>
                    </a:moveTo>
                    <a:lnTo>
                      <a:pt x="1778" y="1116874"/>
                    </a:lnTo>
                    <a:cubicBezTo>
                      <a:pt x="2279" y="1076298"/>
                      <a:pt x="-5609" y="916690"/>
                      <a:pt x="8310" y="826226"/>
                    </a:cubicBezTo>
                    <a:cubicBezTo>
                      <a:pt x="9154" y="820740"/>
                      <a:pt x="10487" y="815340"/>
                      <a:pt x="11576" y="809897"/>
                    </a:cubicBezTo>
                    <a:cubicBezTo>
                      <a:pt x="12664" y="767443"/>
                      <a:pt x="13472" y="724980"/>
                      <a:pt x="14841" y="682534"/>
                    </a:cubicBezTo>
                    <a:cubicBezTo>
                      <a:pt x="17269" y="607275"/>
                      <a:pt x="13431" y="630801"/>
                      <a:pt x="21373" y="591094"/>
                    </a:cubicBezTo>
                    <a:cubicBezTo>
                      <a:pt x="22461" y="552994"/>
                      <a:pt x="24912" y="514909"/>
                      <a:pt x="24638" y="476794"/>
                    </a:cubicBezTo>
                    <a:cubicBezTo>
                      <a:pt x="23656" y="340276"/>
                      <a:pt x="32904" y="219437"/>
                      <a:pt x="11576" y="91440"/>
                    </a:cubicBezTo>
                    <a:cubicBezTo>
                      <a:pt x="8013" y="13069"/>
                      <a:pt x="8310" y="43567"/>
                      <a:pt x="8310" y="0"/>
                    </a:cubicBezTo>
                    <a:lnTo>
                      <a:pt x="8310" y="0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8DA7B315-5D3C-4770-3F3A-3FD5B46BAE30}"/>
                  </a:ext>
                </a:extLst>
              </p:cNvPr>
              <p:cNvSpPr/>
              <p:nvPr/>
            </p:nvSpPr>
            <p:spPr>
              <a:xfrm>
                <a:off x="1574067" y="1018903"/>
                <a:ext cx="160027" cy="160020"/>
              </a:xfrm>
              <a:custGeom>
                <a:avLst/>
                <a:gdLst>
                  <a:gd name="connsiteX0" fmla="*/ 78384 w 160027"/>
                  <a:gd name="connsiteY0" fmla="*/ 94706 h 160020"/>
                  <a:gd name="connsiteX1" fmla="*/ 78384 w 160027"/>
                  <a:gd name="connsiteY1" fmla="*/ 94706 h 160020"/>
                  <a:gd name="connsiteX2" fmla="*/ 45727 w 160027"/>
                  <a:gd name="connsiteY2" fmla="*/ 84908 h 160020"/>
                  <a:gd name="connsiteX3" fmla="*/ 6539 w 160027"/>
                  <a:gd name="connsiteY3" fmla="*/ 35923 h 160020"/>
                  <a:gd name="connsiteX4" fmla="*/ 16336 w 160027"/>
                  <a:gd name="connsiteY4" fmla="*/ 13063 h 160020"/>
                  <a:gd name="connsiteX5" fmla="*/ 32664 w 160027"/>
                  <a:gd name="connsiteY5" fmla="*/ 9797 h 160020"/>
                  <a:gd name="connsiteX6" fmla="*/ 65322 w 160027"/>
                  <a:gd name="connsiteY6" fmla="*/ 22860 h 160020"/>
                  <a:gd name="connsiteX7" fmla="*/ 75119 w 160027"/>
                  <a:gd name="connsiteY7" fmla="*/ 26126 h 160020"/>
                  <a:gd name="connsiteX8" fmla="*/ 84916 w 160027"/>
                  <a:gd name="connsiteY8" fmla="*/ 42454 h 160020"/>
                  <a:gd name="connsiteX9" fmla="*/ 78384 w 160027"/>
                  <a:gd name="connsiteY9" fmla="*/ 94706 h 160020"/>
                  <a:gd name="connsiteX10" fmla="*/ 94713 w 160027"/>
                  <a:gd name="connsiteY10" fmla="*/ 107768 h 160020"/>
                  <a:gd name="connsiteX11" fmla="*/ 140433 w 160027"/>
                  <a:gd name="connsiteY11" fmla="*/ 97971 h 160020"/>
                  <a:gd name="connsiteX12" fmla="*/ 153496 w 160027"/>
                  <a:gd name="connsiteY12" fmla="*/ 71846 h 160020"/>
                  <a:gd name="connsiteX13" fmla="*/ 160027 w 160027"/>
                  <a:gd name="connsiteY13" fmla="*/ 32657 h 160020"/>
                  <a:gd name="connsiteX14" fmla="*/ 146964 w 160027"/>
                  <a:gd name="connsiteY14" fmla="*/ 3266 h 160020"/>
                  <a:gd name="connsiteX15" fmla="*/ 130636 w 160027"/>
                  <a:gd name="connsiteY15" fmla="*/ 0 h 160020"/>
                  <a:gd name="connsiteX16" fmla="*/ 107776 w 160027"/>
                  <a:gd name="connsiteY16" fmla="*/ 19594 h 160020"/>
                  <a:gd name="connsiteX17" fmla="*/ 104510 w 160027"/>
                  <a:gd name="connsiteY17" fmla="*/ 35923 h 160020"/>
                  <a:gd name="connsiteX18" fmla="*/ 75119 w 160027"/>
                  <a:gd name="connsiteY18" fmla="*/ 78377 h 160020"/>
                  <a:gd name="connsiteX19" fmla="*/ 55524 w 160027"/>
                  <a:gd name="connsiteY19" fmla="*/ 104503 h 160020"/>
                  <a:gd name="connsiteX20" fmla="*/ 48993 w 160027"/>
                  <a:gd name="connsiteY20" fmla="*/ 117566 h 160020"/>
                  <a:gd name="connsiteX21" fmla="*/ 29399 w 160027"/>
                  <a:gd name="connsiteY21" fmla="*/ 133894 h 160020"/>
                  <a:gd name="connsiteX22" fmla="*/ 19602 w 160027"/>
                  <a:gd name="connsiteY22" fmla="*/ 146957 h 160020"/>
                  <a:gd name="connsiteX23" fmla="*/ 7 w 160027"/>
                  <a:gd name="connsiteY23" fmla="*/ 160020 h 160020"/>
                  <a:gd name="connsiteX24" fmla="*/ 13070 w 160027"/>
                  <a:gd name="connsiteY24" fmla="*/ 146957 h 16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0027" h="160020">
                    <a:moveTo>
                      <a:pt x="78384" y="94706"/>
                    </a:moveTo>
                    <a:lnTo>
                      <a:pt x="78384" y="94706"/>
                    </a:lnTo>
                    <a:cubicBezTo>
                      <a:pt x="67498" y="91440"/>
                      <a:pt x="55256" y="91102"/>
                      <a:pt x="45727" y="84908"/>
                    </a:cubicBezTo>
                    <a:cubicBezTo>
                      <a:pt x="15887" y="65512"/>
                      <a:pt x="16136" y="59917"/>
                      <a:pt x="6539" y="35923"/>
                    </a:cubicBezTo>
                    <a:cubicBezTo>
                      <a:pt x="9805" y="28303"/>
                      <a:pt x="10474" y="18925"/>
                      <a:pt x="16336" y="13063"/>
                    </a:cubicBezTo>
                    <a:cubicBezTo>
                      <a:pt x="20261" y="9138"/>
                      <a:pt x="27221" y="8708"/>
                      <a:pt x="32664" y="9797"/>
                    </a:cubicBezTo>
                    <a:cubicBezTo>
                      <a:pt x="44161" y="12096"/>
                      <a:pt x="54379" y="18651"/>
                      <a:pt x="65322" y="22860"/>
                    </a:cubicBezTo>
                    <a:cubicBezTo>
                      <a:pt x="68535" y="24096"/>
                      <a:pt x="71853" y="25037"/>
                      <a:pt x="75119" y="26126"/>
                    </a:cubicBezTo>
                    <a:cubicBezTo>
                      <a:pt x="78385" y="31569"/>
                      <a:pt x="84129" y="36156"/>
                      <a:pt x="84916" y="42454"/>
                    </a:cubicBezTo>
                    <a:cubicBezTo>
                      <a:pt x="86655" y="56368"/>
                      <a:pt x="81466" y="79299"/>
                      <a:pt x="78384" y="94706"/>
                    </a:cubicBezTo>
                    <a:cubicBezTo>
                      <a:pt x="83827" y="99060"/>
                      <a:pt x="87878" y="106401"/>
                      <a:pt x="94713" y="107768"/>
                    </a:cubicBezTo>
                    <a:cubicBezTo>
                      <a:pt x="116144" y="112054"/>
                      <a:pt x="124736" y="105820"/>
                      <a:pt x="140433" y="97971"/>
                    </a:cubicBezTo>
                    <a:cubicBezTo>
                      <a:pt x="144787" y="89263"/>
                      <a:pt x="150698" y="81172"/>
                      <a:pt x="153496" y="71846"/>
                    </a:cubicBezTo>
                    <a:cubicBezTo>
                      <a:pt x="157301" y="59161"/>
                      <a:pt x="160027" y="32657"/>
                      <a:pt x="160027" y="32657"/>
                    </a:cubicBezTo>
                    <a:cubicBezTo>
                      <a:pt x="157889" y="19828"/>
                      <a:pt x="160128" y="9848"/>
                      <a:pt x="146964" y="3266"/>
                    </a:cubicBezTo>
                    <a:cubicBezTo>
                      <a:pt x="142000" y="784"/>
                      <a:pt x="136079" y="1089"/>
                      <a:pt x="130636" y="0"/>
                    </a:cubicBezTo>
                    <a:cubicBezTo>
                      <a:pt x="123016" y="6531"/>
                      <a:pt x="113679" y="11477"/>
                      <a:pt x="107776" y="19594"/>
                    </a:cubicBezTo>
                    <a:cubicBezTo>
                      <a:pt x="104511" y="24083"/>
                      <a:pt x="106645" y="30799"/>
                      <a:pt x="104510" y="35923"/>
                    </a:cubicBezTo>
                    <a:cubicBezTo>
                      <a:pt x="95732" y="56989"/>
                      <a:pt x="88828" y="60929"/>
                      <a:pt x="75119" y="78377"/>
                    </a:cubicBezTo>
                    <a:cubicBezTo>
                      <a:pt x="68393" y="86937"/>
                      <a:pt x="61562" y="95445"/>
                      <a:pt x="55524" y="104503"/>
                    </a:cubicBezTo>
                    <a:cubicBezTo>
                      <a:pt x="52824" y="108554"/>
                      <a:pt x="52227" y="113927"/>
                      <a:pt x="48993" y="117566"/>
                    </a:cubicBezTo>
                    <a:cubicBezTo>
                      <a:pt x="43345" y="123920"/>
                      <a:pt x="35411" y="127882"/>
                      <a:pt x="29399" y="133894"/>
                    </a:cubicBezTo>
                    <a:cubicBezTo>
                      <a:pt x="25550" y="137743"/>
                      <a:pt x="23898" y="143615"/>
                      <a:pt x="19602" y="146957"/>
                    </a:cubicBezTo>
                    <a:cubicBezTo>
                      <a:pt x="-967" y="162955"/>
                      <a:pt x="7" y="148600"/>
                      <a:pt x="7" y="160020"/>
                    </a:cubicBezTo>
                    <a:lnTo>
                      <a:pt x="13070" y="146957"/>
                    </a:lnTo>
                  </a:path>
                </a:pathLst>
              </a:cu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066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7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8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3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14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1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2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25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26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1" fill="hold" nodeType="clickEffect" p14:presetBounceEnd="6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4000">
                                          <p:cBhvr additive="base">
                                            <p:cTn id="31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4000">
                                          <p:cBhvr additive="base">
                                            <p:cTn id="32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BAF2EEE-B891-6D0A-60B9-569B40FB6822}"/>
              </a:ext>
            </a:extLst>
          </p:cNvPr>
          <p:cNvGrpSpPr/>
          <p:nvPr/>
        </p:nvGrpSpPr>
        <p:grpSpPr>
          <a:xfrm>
            <a:off x="905510" y="1066693"/>
            <a:ext cx="1526829" cy="3911709"/>
            <a:chOff x="905510" y="1066693"/>
            <a:chExt cx="1526829" cy="3911709"/>
          </a:xfrm>
          <a:effectLst>
            <a:reflection blurRad="6350" stA="24000" endPos="38500" dist="50800" dir="5400000" sy="-100000" algn="bl" rotWithShape="0"/>
          </a:effectLst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2F04D64-F501-7EAA-0526-A5A8A9DBD5EB}"/>
                </a:ext>
              </a:extLst>
            </p:cNvPr>
            <p:cNvGrpSpPr/>
            <p:nvPr/>
          </p:nvGrpSpPr>
          <p:grpSpPr>
            <a:xfrm>
              <a:off x="905510" y="1066693"/>
              <a:ext cx="1526829" cy="3911709"/>
              <a:chOff x="905510" y="1066693"/>
              <a:chExt cx="1526829" cy="3911709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FC656B6-6F30-DC25-68EF-33A021BFA4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4404" y="2138809"/>
                <a:ext cx="14521" cy="1170000"/>
              </a:xfrm>
              <a:prstGeom prst="line">
                <a:avLst/>
              </a:prstGeom>
              <a:ln>
                <a:solidFill>
                  <a:schemeClr val="bg1">
                    <a:alpha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Teardrop 4">
                <a:extLst>
                  <a:ext uri="{FF2B5EF4-FFF2-40B4-BE49-F238E27FC236}">
                    <a16:creationId xmlns:a16="http://schemas.microsoft.com/office/drawing/2014/main" id="{E4D17738-F151-6B8A-EEE6-75B2A122274F}"/>
                  </a:ext>
                </a:extLst>
              </p:cNvPr>
              <p:cNvSpPr/>
              <p:nvPr/>
            </p:nvSpPr>
            <p:spPr>
              <a:xfrm rot="8100000">
                <a:off x="1255268" y="1066693"/>
                <a:ext cx="827314" cy="827314"/>
              </a:xfrm>
              <a:prstGeom prst="teardrop">
                <a:avLst>
                  <a:gd name="adj" fmla="val 142178"/>
                </a:avLst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9DDBA0C-A623-84F4-E648-590112F2A0C6}"/>
                  </a:ext>
                </a:extLst>
              </p:cNvPr>
              <p:cNvGrpSpPr/>
              <p:nvPr/>
            </p:nvGrpSpPr>
            <p:grpSpPr>
              <a:xfrm>
                <a:off x="905510" y="3022602"/>
                <a:ext cx="1526829" cy="1955800"/>
                <a:chOff x="1116185" y="2848429"/>
                <a:chExt cx="1526829" cy="1955800"/>
              </a:xfrm>
            </p:grpSpPr>
            <p:sp>
              <p:nvSpPr>
                <p:cNvPr id="6" name="Right Brace 5">
                  <a:extLst>
                    <a:ext uri="{FF2B5EF4-FFF2-40B4-BE49-F238E27FC236}">
                      <a16:creationId xmlns:a16="http://schemas.microsoft.com/office/drawing/2014/main" id="{E01AA450-AF9E-0A27-B089-AEB09F8044A6}"/>
                    </a:ext>
                  </a:extLst>
                </p:cNvPr>
                <p:cNvSpPr/>
                <p:nvPr/>
              </p:nvSpPr>
              <p:spPr>
                <a:xfrm rot="16200000">
                  <a:off x="1589314" y="2375300"/>
                  <a:ext cx="580571" cy="1526829"/>
                </a:xfrm>
                <a:prstGeom prst="rightBrace">
                  <a:avLst>
                    <a:gd name="adj1" fmla="val 20833"/>
                    <a:gd name="adj2" fmla="val 49049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: Top Corners Rounded 6">
                  <a:extLst>
                    <a:ext uri="{FF2B5EF4-FFF2-40B4-BE49-F238E27FC236}">
                      <a16:creationId xmlns:a16="http://schemas.microsoft.com/office/drawing/2014/main" id="{B3F918BB-3B91-1320-6956-1783F36C2961}"/>
                    </a:ext>
                  </a:extLst>
                </p:cNvPr>
                <p:cNvSpPr/>
                <p:nvPr/>
              </p:nvSpPr>
              <p:spPr>
                <a:xfrm>
                  <a:off x="1116185" y="3429000"/>
                  <a:ext cx="1526829" cy="1375229"/>
                </a:xfrm>
                <a:prstGeom prst="round2SameRect">
                  <a:avLst>
                    <a:gd name="adj1" fmla="val 0"/>
                    <a:gd name="adj2" fmla="val 875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2F52511-B701-E4AB-0D07-56110F017D59}"/>
                  </a:ext>
                </a:extLst>
              </p:cNvPr>
              <p:cNvSpPr/>
              <p:nvPr/>
            </p:nvSpPr>
            <p:spPr>
              <a:xfrm>
                <a:off x="1563059" y="2567270"/>
                <a:ext cx="211730" cy="21173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601111B-E4A5-C3A7-6E8F-517DB413191D}"/>
                </a:ext>
              </a:extLst>
            </p:cNvPr>
            <p:cNvSpPr txBox="1"/>
            <p:nvPr/>
          </p:nvSpPr>
          <p:spPr>
            <a:xfrm>
              <a:off x="1272696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550C75A-7FC3-8030-9EC4-C15BB811D0D5}"/>
                </a:ext>
              </a:extLst>
            </p:cNvPr>
            <p:cNvSpPr txBox="1"/>
            <p:nvPr/>
          </p:nvSpPr>
          <p:spPr>
            <a:xfrm>
              <a:off x="1063350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18959F-D273-68AB-2B2C-C4CF29F4083D}"/>
                </a:ext>
              </a:extLst>
            </p:cNvPr>
            <p:cNvSpPr txBox="1"/>
            <p:nvPr/>
          </p:nvSpPr>
          <p:spPr>
            <a:xfrm>
              <a:off x="963859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D7D9B13-AAB7-98B1-D841-EB447285BD78}"/>
              </a:ext>
            </a:extLst>
          </p:cNvPr>
          <p:cNvGrpSpPr/>
          <p:nvPr/>
        </p:nvGrpSpPr>
        <p:grpSpPr>
          <a:xfrm>
            <a:off x="3176996" y="1066693"/>
            <a:ext cx="1526829" cy="3911709"/>
            <a:chOff x="3176996" y="1066693"/>
            <a:chExt cx="1526829" cy="3911709"/>
          </a:xfrm>
          <a:effectLst>
            <a:reflection blurRad="6350" stA="24000" endPos="38500" dist="50800" dir="5400000" sy="-100000" algn="bl" rotWithShape="0"/>
          </a:effectLst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E1547B-2C90-E3FC-EDB0-8B7277D23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5890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ardrop 16">
              <a:extLst>
                <a:ext uri="{FF2B5EF4-FFF2-40B4-BE49-F238E27FC236}">
                  <a16:creationId xmlns:a16="http://schemas.microsoft.com/office/drawing/2014/main" id="{E868ACCD-2337-E4CF-ABCF-F889C2AE63C8}"/>
                </a:ext>
              </a:extLst>
            </p:cNvPr>
            <p:cNvSpPr/>
            <p:nvPr/>
          </p:nvSpPr>
          <p:spPr>
            <a:xfrm rot="8100000">
              <a:off x="3526754" y="1066693"/>
              <a:ext cx="827314" cy="827314"/>
            </a:xfrm>
            <a:prstGeom prst="teardrop">
              <a:avLst>
                <a:gd name="adj" fmla="val 142178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78E1D8B-06AE-2DAB-C087-0D1C1ADFAACC}"/>
                </a:ext>
              </a:extLst>
            </p:cNvPr>
            <p:cNvGrpSpPr/>
            <p:nvPr/>
          </p:nvGrpSpPr>
          <p:grpSpPr>
            <a:xfrm>
              <a:off x="3176996" y="3022602"/>
              <a:ext cx="1526829" cy="1955800"/>
              <a:chOff x="1116185" y="2848429"/>
              <a:chExt cx="1526829" cy="1955800"/>
            </a:xfrm>
          </p:grpSpPr>
          <p:sp>
            <p:nvSpPr>
              <p:cNvPr id="20" name="Right Brace 19">
                <a:extLst>
                  <a:ext uri="{FF2B5EF4-FFF2-40B4-BE49-F238E27FC236}">
                    <a16:creationId xmlns:a16="http://schemas.microsoft.com/office/drawing/2014/main" id="{A15FFF52-345A-6141-7515-1771B1E16604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Top Corners Rounded 20">
                <a:extLst>
                  <a:ext uri="{FF2B5EF4-FFF2-40B4-BE49-F238E27FC236}">
                    <a16:creationId xmlns:a16="http://schemas.microsoft.com/office/drawing/2014/main" id="{0778D16A-56A6-E41F-97B0-BAE6BB89092B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C22530A-971D-D68A-689F-80B54AF28421}"/>
                </a:ext>
              </a:extLst>
            </p:cNvPr>
            <p:cNvSpPr/>
            <p:nvPr/>
          </p:nvSpPr>
          <p:spPr>
            <a:xfrm>
              <a:off x="3834545" y="2567270"/>
              <a:ext cx="211730" cy="21173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CE42A00-275D-DD9C-0E4D-A9625C6B4D74}"/>
                </a:ext>
              </a:extLst>
            </p:cNvPr>
            <p:cNvSpPr txBox="1"/>
            <p:nvPr/>
          </p:nvSpPr>
          <p:spPr>
            <a:xfrm>
              <a:off x="3558702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105A3D2-FF03-B1FD-2013-D4719330C167}"/>
                </a:ext>
              </a:extLst>
            </p:cNvPr>
            <p:cNvSpPr txBox="1"/>
            <p:nvPr/>
          </p:nvSpPr>
          <p:spPr>
            <a:xfrm>
              <a:off x="3300544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874FD3C-901A-054A-6483-96E64D1EEAD7}"/>
                </a:ext>
              </a:extLst>
            </p:cNvPr>
            <p:cNvSpPr txBox="1"/>
            <p:nvPr/>
          </p:nvSpPr>
          <p:spPr>
            <a:xfrm>
              <a:off x="3201053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E974431-ADD6-97FF-1E99-CBA4B7CBD3F2}"/>
              </a:ext>
            </a:extLst>
          </p:cNvPr>
          <p:cNvGrpSpPr/>
          <p:nvPr/>
        </p:nvGrpSpPr>
        <p:grpSpPr>
          <a:xfrm>
            <a:off x="5448482" y="1066693"/>
            <a:ext cx="1526829" cy="3911709"/>
            <a:chOff x="5448482" y="1066693"/>
            <a:chExt cx="1526829" cy="3911709"/>
          </a:xfrm>
          <a:effectLst>
            <a:reflection blurRad="6350" stA="24000" endPos="38500" dist="50800" dir="5400000" sy="-100000" algn="bl" rotWithShape="0"/>
          </a:effectLst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6FA4954-CA5F-D802-14A6-6AA3A1AB4D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376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ardrop 23">
              <a:extLst>
                <a:ext uri="{FF2B5EF4-FFF2-40B4-BE49-F238E27FC236}">
                  <a16:creationId xmlns:a16="http://schemas.microsoft.com/office/drawing/2014/main" id="{7042DDFD-30A4-7154-F949-FB18BF6FA8D6}"/>
                </a:ext>
              </a:extLst>
            </p:cNvPr>
            <p:cNvSpPr/>
            <p:nvPr/>
          </p:nvSpPr>
          <p:spPr>
            <a:xfrm rot="8100000">
              <a:off x="5798240" y="1066693"/>
              <a:ext cx="827314" cy="827314"/>
            </a:xfrm>
            <a:prstGeom prst="teardrop">
              <a:avLst>
                <a:gd name="adj" fmla="val 142178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CFAF145-406C-A00F-28F5-EB8535F8ED2B}"/>
                </a:ext>
              </a:extLst>
            </p:cNvPr>
            <p:cNvGrpSpPr/>
            <p:nvPr/>
          </p:nvGrpSpPr>
          <p:grpSpPr>
            <a:xfrm>
              <a:off x="5448482" y="3022602"/>
              <a:ext cx="1526829" cy="1955800"/>
              <a:chOff x="1116185" y="2848429"/>
              <a:chExt cx="1526829" cy="1955800"/>
            </a:xfrm>
          </p:grpSpPr>
          <p:sp>
            <p:nvSpPr>
              <p:cNvPr id="27" name="Right Brace 26">
                <a:extLst>
                  <a:ext uri="{FF2B5EF4-FFF2-40B4-BE49-F238E27FC236}">
                    <a16:creationId xmlns:a16="http://schemas.microsoft.com/office/drawing/2014/main" id="{42EEB316-4792-4DDF-FEF3-41D0B764D652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: Top Corners Rounded 27">
                <a:extLst>
                  <a:ext uri="{FF2B5EF4-FFF2-40B4-BE49-F238E27FC236}">
                    <a16:creationId xmlns:a16="http://schemas.microsoft.com/office/drawing/2014/main" id="{2291C3FF-D739-12D1-37F8-759585A5D20F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5E224E9-D8F3-DF6D-BA9A-DB95A5574672}"/>
                </a:ext>
              </a:extLst>
            </p:cNvPr>
            <p:cNvSpPr/>
            <p:nvPr/>
          </p:nvSpPr>
          <p:spPr>
            <a:xfrm>
              <a:off x="6106031" y="2567270"/>
              <a:ext cx="211730" cy="21173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CDAE41C-7A3C-B201-64DD-1D8964C2B3EB}"/>
                </a:ext>
              </a:extLst>
            </p:cNvPr>
            <p:cNvSpPr txBox="1"/>
            <p:nvPr/>
          </p:nvSpPr>
          <p:spPr>
            <a:xfrm>
              <a:off x="583018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03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5EB633A-35A7-CC7D-E2C1-3C42CAA79057}"/>
                </a:ext>
              </a:extLst>
            </p:cNvPr>
            <p:cNvSpPr txBox="1"/>
            <p:nvPr/>
          </p:nvSpPr>
          <p:spPr>
            <a:xfrm>
              <a:off x="5591802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BEEE2EE-D06B-BF1E-9995-FD7856D6BC2A}"/>
                </a:ext>
              </a:extLst>
            </p:cNvPr>
            <p:cNvSpPr txBox="1"/>
            <p:nvPr/>
          </p:nvSpPr>
          <p:spPr>
            <a:xfrm>
              <a:off x="5492311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957C383-73E9-670A-B70E-511800543C6C}"/>
              </a:ext>
            </a:extLst>
          </p:cNvPr>
          <p:cNvGrpSpPr/>
          <p:nvPr/>
        </p:nvGrpSpPr>
        <p:grpSpPr>
          <a:xfrm>
            <a:off x="7719968" y="1066693"/>
            <a:ext cx="1526829" cy="3911709"/>
            <a:chOff x="7719968" y="1066693"/>
            <a:chExt cx="1526829" cy="3911709"/>
          </a:xfrm>
          <a:effectLst>
            <a:reflection blurRad="6350" stA="24000" endPos="38500" dist="50800" dir="5400000" sy="-100000" algn="bl" rotWithShape="0"/>
          </a:effectLst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B7A32AA-9D12-7DFA-D15C-AAAAE20BA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8862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ardrop 30">
              <a:extLst>
                <a:ext uri="{FF2B5EF4-FFF2-40B4-BE49-F238E27FC236}">
                  <a16:creationId xmlns:a16="http://schemas.microsoft.com/office/drawing/2014/main" id="{2BE9B00D-D76C-AFA6-9647-BC99E8921E16}"/>
                </a:ext>
              </a:extLst>
            </p:cNvPr>
            <p:cNvSpPr/>
            <p:nvPr/>
          </p:nvSpPr>
          <p:spPr>
            <a:xfrm rot="8100000">
              <a:off x="8069726" y="1066693"/>
              <a:ext cx="827314" cy="827314"/>
            </a:xfrm>
            <a:prstGeom prst="teardrop">
              <a:avLst>
                <a:gd name="adj" fmla="val 142178"/>
              </a:avLst>
            </a:pr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45EEC2E-8A69-9195-865F-EDE2114E0017}"/>
                </a:ext>
              </a:extLst>
            </p:cNvPr>
            <p:cNvGrpSpPr/>
            <p:nvPr/>
          </p:nvGrpSpPr>
          <p:grpSpPr>
            <a:xfrm>
              <a:off x="7719968" y="3022602"/>
              <a:ext cx="1526829" cy="1955800"/>
              <a:chOff x="1116185" y="2848429"/>
              <a:chExt cx="1526829" cy="1955800"/>
            </a:xfrm>
          </p:grpSpPr>
          <p:sp>
            <p:nvSpPr>
              <p:cNvPr id="34" name="Right Brace 33">
                <a:extLst>
                  <a:ext uri="{FF2B5EF4-FFF2-40B4-BE49-F238E27FC236}">
                    <a16:creationId xmlns:a16="http://schemas.microsoft.com/office/drawing/2014/main" id="{B78434C6-6A2D-7303-05E1-DA5E191102B4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Top Corners Rounded 34">
                <a:extLst>
                  <a:ext uri="{FF2B5EF4-FFF2-40B4-BE49-F238E27FC236}">
                    <a16:creationId xmlns:a16="http://schemas.microsoft.com/office/drawing/2014/main" id="{139E2D42-756D-7F1A-44FF-292719461195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31B946A-63B1-5074-416D-2EE9ABEC43B8}"/>
                </a:ext>
              </a:extLst>
            </p:cNvPr>
            <p:cNvSpPr/>
            <p:nvPr/>
          </p:nvSpPr>
          <p:spPr>
            <a:xfrm>
              <a:off x="8377517" y="2567270"/>
              <a:ext cx="211730" cy="211730"/>
            </a:xfrm>
            <a:prstGeom prst="ellipse">
              <a:avLst/>
            </a:prstGeom>
            <a:solidFill>
              <a:srgbClr val="FD72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8317DA0-7EBD-1FED-FFFE-1926C1885460}"/>
                </a:ext>
              </a:extLst>
            </p:cNvPr>
            <p:cNvSpPr txBox="1"/>
            <p:nvPr/>
          </p:nvSpPr>
          <p:spPr>
            <a:xfrm>
              <a:off x="8101674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04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CF201B4-2078-2B37-731B-646B36D6EEE4}"/>
                </a:ext>
              </a:extLst>
            </p:cNvPr>
            <p:cNvSpPr txBox="1"/>
            <p:nvPr/>
          </p:nvSpPr>
          <p:spPr>
            <a:xfrm>
              <a:off x="7877809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0C7BBA6-60D5-B4A6-79C3-2B3CB77381E3}"/>
                </a:ext>
              </a:extLst>
            </p:cNvPr>
            <p:cNvSpPr txBox="1"/>
            <p:nvPr/>
          </p:nvSpPr>
          <p:spPr>
            <a:xfrm>
              <a:off x="7778318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449DF84-CB03-BF20-BDA8-9F9E6FC2069F}"/>
              </a:ext>
            </a:extLst>
          </p:cNvPr>
          <p:cNvGrpSpPr/>
          <p:nvPr/>
        </p:nvGrpSpPr>
        <p:grpSpPr>
          <a:xfrm>
            <a:off x="9991452" y="1066693"/>
            <a:ext cx="1526829" cy="3911709"/>
            <a:chOff x="9991452" y="1066693"/>
            <a:chExt cx="1526829" cy="3911709"/>
          </a:xfrm>
          <a:effectLst>
            <a:reflection blurRad="6350" stA="24000" endPos="38500" dist="50800" dir="5400000" sy="-100000" algn="bl" rotWithShape="0"/>
          </a:effectLst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E5ED48-8F6A-8B60-B699-8B9BF016F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0346" y="2138809"/>
              <a:ext cx="14521" cy="1170000"/>
            </a:xfrm>
            <a:prstGeom prst="line">
              <a:avLst/>
            </a:prstGeom>
            <a:ln>
              <a:solidFill>
                <a:schemeClr val="bg1">
                  <a:alpha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ardrop 37">
              <a:extLst>
                <a:ext uri="{FF2B5EF4-FFF2-40B4-BE49-F238E27FC236}">
                  <a16:creationId xmlns:a16="http://schemas.microsoft.com/office/drawing/2014/main" id="{8D4B0464-9947-82FE-084E-EEADED72AE4F}"/>
                </a:ext>
              </a:extLst>
            </p:cNvPr>
            <p:cNvSpPr/>
            <p:nvPr/>
          </p:nvSpPr>
          <p:spPr>
            <a:xfrm rot="8100000">
              <a:off x="10341210" y="1066693"/>
              <a:ext cx="827314" cy="827314"/>
            </a:xfrm>
            <a:prstGeom prst="teardrop">
              <a:avLst>
                <a:gd name="adj" fmla="val 142178"/>
              </a:avLst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3D4B44F-19E0-1001-C882-195BEF3EE34F}"/>
                </a:ext>
              </a:extLst>
            </p:cNvPr>
            <p:cNvGrpSpPr/>
            <p:nvPr/>
          </p:nvGrpSpPr>
          <p:grpSpPr>
            <a:xfrm>
              <a:off x="9991452" y="3022602"/>
              <a:ext cx="1526829" cy="1955800"/>
              <a:chOff x="1116185" y="2848429"/>
              <a:chExt cx="1526829" cy="1955800"/>
            </a:xfrm>
          </p:grpSpPr>
          <p:sp>
            <p:nvSpPr>
              <p:cNvPr id="41" name="Right Brace 40">
                <a:extLst>
                  <a:ext uri="{FF2B5EF4-FFF2-40B4-BE49-F238E27FC236}">
                    <a16:creationId xmlns:a16="http://schemas.microsoft.com/office/drawing/2014/main" id="{10099F03-288E-BF0C-E0F3-B5669135DFF7}"/>
                  </a:ext>
                </a:extLst>
              </p:cNvPr>
              <p:cNvSpPr/>
              <p:nvPr/>
            </p:nvSpPr>
            <p:spPr>
              <a:xfrm rot="16200000">
                <a:off x="1589314" y="2375300"/>
                <a:ext cx="580571" cy="1526829"/>
              </a:xfrm>
              <a:prstGeom prst="rightBrace">
                <a:avLst>
                  <a:gd name="adj1" fmla="val 20833"/>
                  <a:gd name="adj2" fmla="val 49049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Top Corners Rounded 41">
                <a:extLst>
                  <a:ext uri="{FF2B5EF4-FFF2-40B4-BE49-F238E27FC236}">
                    <a16:creationId xmlns:a16="http://schemas.microsoft.com/office/drawing/2014/main" id="{40CC79BB-7800-5B51-3BCD-0C2D46384C8F}"/>
                  </a:ext>
                </a:extLst>
              </p:cNvPr>
              <p:cNvSpPr/>
              <p:nvPr/>
            </p:nvSpPr>
            <p:spPr>
              <a:xfrm>
                <a:off x="1116185" y="3429000"/>
                <a:ext cx="1526829" cy="1375229"/>
              </a:xfrm>
              <a:prstGeom prst="round2SameRect">
                <a:avLst>
                  <a:gd name="adj1" fmla="val 0"/>
                  <a:gd name="adj2" fmla="val 875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75165D6-3C54-E913-70E4-B7338B938512}"/>
                </a:ext>
              </a:extLst>
            </p:cNvPr>
            <p:cNvSpPr/>
            <p:nvPr/>
          </p:nvSpPr>
          <p:spPr>
            <a:xfrm>
              <a:off x="10649001" y="2567270"/>
              <a:ext cx="211730" cy="211730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034821E-3AA4-22EF-FCC2-CD1AB74EE718}"/>
                </a:ext>
              </a:extLst>
            </p:cNvPr>
            <p:cNvSpPr txBox="1"/>
            <p:nvPr/>
          </p:nvSpPr>
          <p:spPr>
            <a:xfrm>
              <a:off x="10373158" y="1282839"/>
              <a:ext cx="763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02060"/>
                  </a:solidFill>
                </a:rPr>
                <a:t>05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821D69-3C25-5920-3F8D-B796DDEAE95F}"/>
                </a:ext>
              </a:extLst>
            </p:cNvPr>
            <p:cNvSpPr txBox="1"/>
            <p:nvPr/>
          </p:nvSpPr>
          <p:spPr>
            <a:xfrm>
              <a:off x="10149293" y="3441397"/>
              <a:ext cx="117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</a:rPr>
                <a:t>TITLE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6EBE0E7-80E1-EC4A-16C4-B3B4F88457B3}"/>
                </a:ext>
              </a:extLst>
            </p:cNvPr>
            <p:cNvSpPr txBox="1"/>
            <p:nvPr/>
          </p:nvSpPr>
          <p:spPr>
            <a:xfrm>
              <a:off x="10049802" y="3943317"/>
              <a:ext cx="1410129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Lorem ipsum dolor sit amet, consectetuer adipiscing elit.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674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C656B6-6F30-DC25-68EF-33A021BFA4BF}"/>
              </a:ext>
            </a:extLst>
          </p:cNvPr>
          <p:cNvCxnSpPr>
            <a:cxnSpLocks/>
          </p:cNvCxnSpPr>
          <p:nvPr/>
        </p:nvCxnSpPr>
        <p:spPr>
          <a:xfrm flipV="1">
            <a:off x="1654404" y="2138809"/>
            <a:ext cx="14521" cy="1170000"/>
          </a:xfrm>
          <a:prstGeom prst="line">
            <a:avLst/>
          </a:prstGeom>
          <a:ln>
            <a:solidFill>
              <a:schemeClr val="bg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ardrop 4">
            <a:extLst>
              <a:ext uri="{FF2B5EF4-FFF2-40B4-BE49-F238E27FC236}">
                <a16:creationId xmlns:a16="http://schemas.microsoft.com/office/drawing/2014/main" id="{E4D17738-F151-6B8A-EEE6-75B2A122274F}"/>
              </a:ext>
            </a:extLst>
          </p:cNvPr>
          <p:cNvSpPr/>
          <p:nvPr/>
        </p:nvSpPr>
        <p:spPr>
          <a:xfrm rot="8100000">
            <a:off x="1255268" y="1066693"/>
            <a:ext cx="827314" cy="827314"/>
          </a:xfrm>
          <a:prstGeom prst="teardrop">
            <a:avLst>
              <a:gd name="adj" fmla="val 142178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9DDBA0C-A623-84F4-E648-590112F2A0C6}"/>
              </a:ext>
            </a:extLst>
          </p:cNvPr>
          <p:cNvGrpSpPr/>
          <p:nvPr/>
        </p:nvGrpSpPr>
        <p:grpSpPr>
          <a:xfrm>
            <a:off x="905510" y="3022602"/>
            <a:ext cx="1526829" cy="1955800"/>
            <a:chOff x="1116185" y="2848429"/>
            <a:chExt cx="1526829" cy="1955800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E01AA450-AF9E-0A27-B089-AEB09F8044A6}"/>
                </a:ext>
              </a:extLst>
            </p:cNvPr>
            <p:cNvSpPr/>
            <p:nvPr/>
          </p:nvSpPr>
          <p:spPr>
            <a:xfrm rot="16200000">
              <a:off x="1589314" y="2375300"/>
              <a:ext cx="580571" cy="1526829"/>
            </a:xfrm>
            <a:prstGeom prst="rightBrace">
              <a:avLst>
                <a:gd name="adj1" fmla="val 20833"/>
                <a:gd name="adj2" fmla="val 49049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B3F918BB-3B91-1320-6956-1783F36C2961}"/>
                </a:ext>
              </a:extLst>
            </p:cNvPr>
            <p:cNvSpPr/>
            <p:nvPr/>
          </p:nvSpPr>
          <p:spPr>
            <a:xfrm>
              <a:off x="1116185" y="3429000"/>
              <a:ext cx="1526829" cy="1375229"/>
            </a:xfrm>
            <a:prstGeom prst="round2SameRect">
              <a:avLst>
                <a:gd name="adj1" fmla="val 0"/>
                <a:gd name="adj2" fmla="val 87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E2F52511-B701-E4AB-0D07-56110F017D59}"/>
              </a:ext>
            </a:extLst>
          </p:cNvPr>
          <p:cNvSpPr/>
          <p:nvPr/>
        </p:nvSpPr>
        <p:spPr>
          <a:xfrm>
            <a:off x="1563059" y="2567270"/>
            <a:ext cx="211730" cy="21173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0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461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Oswald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Shahjad Ali</cp:lastModifiedBy>
  <cp:revision>11</cp:revision>
  <dcterms:created xsi:type="dcterms:W3CDTF">2023-06-10T12:08:32Z</dcterms:created>
  <dcterms:modified xsi:type="dcterms:W3CDTF">2024-08-09T08:55:07Z</dcterms:modified>
</cp:coreProperties>
</file>